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8" r:id="rId4"/>
    <p:sldId id="269" r:id="rId5"/>
    <p:sldId id="276" r:id="rId6"/>
    <p:sldId id="277" r:id="rId7"/>
    <p:sldId id="278" r:id="rId8"/>
    <p:sldId id="279" r:id="rId9"/>
    <p:sldId id="280" r:id="rId10"/>
    <p:sldId id="281" r:id="rId11"/>
    <p:sldId id="286" r:id="rId12"/>
    <p:sldId id="287" r:id="rId13"/>
    <p:sldId id="288" r:id="rId14"/>
    <p:sldId id="289" r:id="rId15"/>
    <p:sldId id="263" r:id="rId16"/>
    <p:sldId id="258" r:id="rId17"/>
    <p:sldId id="265" r:id="rId18"/>
    <p:sldId id="266" r:id="rId19"/>
    <p:sldId id="267" r:id="rId20"/>
    <p:sldId id="270" r:id="rId21"/>
    <p:sldId id="271" r:id="rId22"/>
    <p:sldId id="272" r:id="rId23"/>
    <p:sldId id="273" r:id="rId24"/>
    <p:sldId id="274" r:id="rId25"/>
    <p:sldId id="275" r:id="rId26"/>
    <p:sldId id="282" r:id="rId27"/>
    <p:sldId id="283" r:id="rId28"/>
    <p:sldId id="284" r:id="rId29"/>
    <p:sldId id="285" r:id="rId30"/>
    <p:sldId id="257" r:id="rId31"/>
    <p:sldId id="259" r:id="rId32"/>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CFF"/>
    <a:srgbClr val="FFA800"/>
    <a:srgbClr val="F4F4F4"/>
    <a:srgbClr val="DC2800"/>
    <a:srgbClr val="FF78FF"/>
    <a:srgbClr val="00BB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33FCA4-CD1B-4996-9B88-9B5DBF34543A}" v="116" dt="2025-11-17T12:56:32.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69" autoAdjust="0"/>
    <p:restoredTop sz="94677"/>
  </p:normalViewPr>
  <p:slideViewPr>
    <p:cSldViewPr snapToGrid="0">
      <p:cViewPr varScale="1">
        <p:scale>
          <a:sx n="210" d="100"/>
          <a:sy n="210" d="100"/>
        </p:scale>
        <p:origin x="15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ls Harnischmacher" userId="584cb9187380c029" providerId="LiveId" clId="{7CB3546A-4C0D-480F-9ABE-01B604D3934F}"/>
    <pc:docChg chg="undo redo custSel addSld delSld modSld">
      <pc:chgData name="Nils Harnischmacher" userId="584cb9187380c029" providerId="LiveId" clId="{7CB3546A-4C0D-480F-9ABE-01B604D3934F}" dt="2025-11-17T13:02:35.452" v="2427" actId="14100"/>
      <pc:docMkLst>
        <pc:docMk/>
      </pc:docMkLst>
      <pc:sldChg chg="addSp modSp">
        <pc:chgData name="Nils Harnischmacher" userId="584cb9187380c029" providerId="LiveId" clId="{7CB3546A-4C0D-480F-9ABE-01B604D3934F}" dt="2025-10-21T10:51:52.160" v="113"/>
        <pc:sldMkLst>
          <pc:docMk/>
          <pc:sldMk cId="201566079" sldId="256"/>
        </pc:sldMkLst>
      </pc:sldChg>
      <pc:sldChg chg="addSp delSp modSp add mod">
        <pc:chgData name="Nils Harnischmacher" userId="584cb9187380c029" providerId="LiveId" clId="{7CB3546A-4C0D-480F-9ABE-01B604D3934F}" dt="2025-11-17T12:29:57.638" v="1938" actId="14100"/>
        <pc:sldMkLst>
          <pc:docMk/>
          <pc:sldMk cId="1068343145" sldId="258"/>
        </pc:sldMkLst>
        <pc:spChg chg="mod">
          <ac:chgData name="Nils Harnischmacher" userId="584cb9187380c029" providerId="LiveId" clId="{7CB3546A-4C0D-480F-9ABE-01B604D3934F}" dt="2025-10-21T16:21:04.963" v="208"/>
          <ac:spMkLst>
            <pc:docMk/>
            <pc:sldMk cId="1068343145" sldId="258"/>
            <ac:spMk id="3" creationId="{4C23F133-C415-4EBD-787C-3118D266756C}"/>
          </ac:spMkLst>
        </pc:spChg>
        <pc:spChg chg="mod">
          <ac:chgData name="Nils Harnischmacher" userId="584cb9187380c029" providerId="LiveId" clId="{7CB3546A-4C0D-480F-9ABE-01B604D3934F}" dt="2025-11-17T12:25:46.603" v="1853" actId="14100"/>
          <ac:spMkLst>
            <pc:docMk/>
            <pc:sldMk cId="1068343145" sldId="258"/>
            <ac:spMk id="4" creationId="{059553A1-5AF7-63B8-1F45-5511B2EBCF58}"/>
          </ac:spMkLst>
        </pc:spChg>
        <pc:spChg chg="mod">
          <ac:chgData name="Nils Harnischmacher" userId="584cb9187380c029" providerId="LiveId" clId="{7CB3546A-4C0D-480F-9ABE-01B604D3934F}" dt="2025-11-17T12:26:00.849" v="1858" actId="1037"/>
          <ac:spMkLst>
            <pc:docMk/>
            <pc:sldMk cId="1068343145" sldId="258"/>
            <ac:spMk id="5" creationId="{A3ED8667-6789-B99E-6E25-86CB136C20B0}"/>
          </ac:spMkLst>
        </pc:spChg>
        <pc:spChg chg="mod">
          <ac:chgData name="Nils Harnischmacher" userId="584cb9187380c029" providerId="LiveId" clId="{7CB3546A-4C0D-480F-9ABE-01B604D3934F}" dt="2025-11-17T12:27:58.717" v="1935" actId="12789"/>
          <ac:spMkLst>
            <pc:docMk/>
            <pc:sldMk cId="1068343145" sldId="258"/>
            <ac:spMk id="6" creationId="{E1DFB2C2-99B8-88F2-1857-9D334A378549}"/>
          </ac:spMkLst>
        </pc:spChg>
        <pc:spChg chg="mod">
          <ac:chgData name="Nils Harnischmacher" userId="584cb9187380c029" providerId="LiveId" clId="{7CB3546A-4C0D-480F-9ABE-01B604D3934F}" dt="2025-11-17T12:27:58.717" v="1935" actId="12789"/>
          <ac:spMkLst>
            <pc:docMk/>
            <pc:sldMk cId="1068343145" sldId="258"/>
            <ac:spMk id="7" creationId="{BEBA0329-68ED-85BA-8DED-C31BEA9F1D4B}"/>
          </ac:spMkLst>
        </pc:spChg>
        <pc:grpChg chg="add mod">
          <ac:chgData name="Nils Harnischmacher" userId="584cb9187380c029" providerId="LiveId" clId="{7CB3546A-4C0D-480F-9ABE-01B604D3934F}" dt="2025-11-17T12:29:57.638" v="1938" actId="14100"/>
          <ac:grpSpMkLst>
            <pc:docMk/>
            <pc:sldMk cId="1068343145" sldId="258"/>
            <ac:grpSpMk id="2" creationId="{B46618BF-555D-4792-1FDE-8D65B60A4656}"/>
          </ac:grpSpMkLst>
        </pc:grpChg>
        <pc:grpChg chg="add del mod">
          <ac:chgData name="Nils Harnischmacher" userId="584cb9187380c029" providerId="LiveId" clId="{7CB3546A-4C0D-480F-9ABE-01B604D3934F}" dt="2025-11-17T12:29:27.693" v="1936" actId="478"/>
          <ac:grpSpMkLst>
            <pc:docMk/>
            <pc:sldMk cId="1068343145" sldId="258"/>
            <ac:grpSpMk id="25" creationId="{C6719C76-E865-27F3-8B42-12C6761AF74C}"/>
          </ac:grpSpMkLst>
        </pc:grpChg>
      </pc:sldChg>
      <pc:sldChg chg="addSp modSp add mod">
        <pc:chgData name="Nils Harnischmacher" userId="584cb9187380c029" providerId="LiveId" clId="{7CB3546A-4C0D-480F-9ABE-01B604D3934F}" dt="2025-10-22T13:38:11.529" v="292" actId="14100"/>
        <pc:sldMkLst>
          <pc:docMk/>
          <pc:sldMk cId="268533657" sldId="259"/>
        </pc:sldMkLst>
        <pc:spChg chg="add mod">
          <ac:chgData name="Nils Harnischmacher" userId="584cb9187380c029" providerId="LiveId" clId="{7CB3546A-4C0D-480F-9ABE-01B604D3934F}" dt="2025-10-22T13:35:22.658" v="277" actId="14100"/>
          <ac:spMkLst>
            <pc:docMk/>
            <pc:sldMk cId="268533657" sldId="259"/>
            <ac:spMk id="2" creationId="{9BADF281-4BEB-708C-6594-7DE77A6C5F5A}"/>
          </ac:spMkLst>
        </pc:spChg>
        <pc:spChg chg="add mod">
          <ac:chgData name="Nils Harnischmacher" userId="584cb9187380c029" providerId="LiveId" clId="{7CB3546A-4C0D-480F-9ABE-01B604D3934F}" dt="2025-10-22T13:38:11.529" v="292" actId="14100"/>
          <ac:spMkLst>
            <pc:docMk/>
            <pc:sldMk cId="268533657" sldId="259"/>
            <ac:spMk id="4" creationId="{BF9BF308-961E-AEA4-9E0B-C6A275406202}"/>
          </ac:spMkLst>
        </pc:spChg>
        <pc:spChg chg="mod ord">
          <ac:chgData name="Nils Harnischmacher" userId="584cb9187380c029" providerId="LiveId" clId="{7CB3546A-4C0D-480F-9ABE-01B604D3934F}" dt="2025-10-22T13:31:14.498" v="270" actId="1037"/>
          <ac:spMkLst>
            <pc:docMk/>
            <pc:sldMk cId="268533657" sldId="259"/>
            <ac:spMk id="25" creationId="{0AB88FEB-EACD-E71B-E313-34B4EC415295}"/>
          </ac:spMkLst>
        </pc:spChg>
        <pc:spChg chg="mod ord">
          <ac:chgData name="Nils Harnischmacher" userId="584cb9187380c029" providerId="LiveId" clId="{7CB3546A-4C0D-480F-9ABE-01B604D3934F}" dt="2025-10-22T13:36:17.918" v="287" actId="1037"/>
          <ac:spMkLst>
            <pc:docMk/>
            <pc:sldMk cId="268533657" sldId="259"/>
            <ac:spMk id="27" creationId="{F29F1610-AE65-0D91-E5E4-26891B73638D}"/>
          </ac:spMkLst>
        </pc:spChg>
        <pc:spChg chg="mod ord">
          <ac:chgData name="Nils Harnischmacher" userId="584cb9187380c029" providerId="LiveId" clId="{7CB3546A-4C0D-480F-9ABE-01B604D3934F}" dt="2025-10-22T13:36:17.918" v="287" actId="1037"/>
          <ac:spMkLst>
            <pc:docMk/>
            <pc:sldMk cId="268533657" sldId="259"/>
            <ac:spMk id="31" creationId="{6E194D68-CB0F-C1AA-F2FD-71CA555B898C}"/>
          </ac:spMkLst>
        </pc:spChg>
        <pc:grpChg chg="add mod">
          <ac:chgData name="Nils Harnischmacher" userId="584cb9187380c029" providerId="LiveId" clId="{7CB3546A-4C0D-480F-9ABE-01B604D3934F}" dt="2025-10-22T13:31:23.410" v="271" actId="164"/>
          <ac:grpSpMkLst>
            <pc:docMk/>
            <pc:sldMk cId="268533657" sldId="259"/>
            <ac:grpSpMk id="3" creationId="{A30F3F4E-C06B-51FE-3EB2-99709D66BE6E}"/>
          </ac:grpSpMkLst>
        </pc:grpChg>
        <pc:grpChg chg="add mod">
          <ac:chgData name="Nils Harnischmacher" userId="584cb9187380c029" providerId="LiveId" clId="{7CB3546A-4C0D-480F-9ABE-01B604D3934F}" dt="2025-10-22T13:31:23.410" v="271" actId="164"/>
          <ac:grpSpMkLst>
            <pc:docMk/>
            <pc:sldMk cId="268533657" sldId="259"/>
            <ac:grpSpMk id="6" creationId="{08EE7598-D124-15B9-D6F3-F6CC6023B46E}"/>
          </ac:grpSpMkLst>
        </pc:grpChg>
        <pc:grpChg chg="mod">
          <ac:chgData name="Nils Harnischmacher" userId="584cb9187380c029" providerId="LiveId" clId="{7CB3546A-4C0D-480F-9ABE-01B604D3934F}" dt="2025-10-22T13:29:48.896" v="231" actId="164"/>
          <ac:grpSpMkLst>
            <pc:docMk/>
            <pc:sldMk cId="268533657" sldId="259"/>
            <ac:grpSpMk id="35" creationId="{46ECF6FF-C600-94D7-4BD3-4EA0942030AD}"/>
          </ac:grpSpMkLst>
        </pc:grpChg>
      </pc:sldChg>
      <pc:sldChg chg="addSp delSp modSp new del mod">
        <pc:chgData name="Nils Harnischmacher" userId="584cb9187380c029" providerId="LiveId" clId="{7CB3546A-4C0D-480F-9ABE-01B604D3934F}" dt="2025-11-17T12:31:14.746" v="1939" actId="47"/>
        <pc:sldMkLst>
          <pc:docMk/>
          <pc:sldMk cId="1333411107" sldId="260"/>
        </pc:sldMkLst>
      </pc:sldChg>
      <pc:sldChg chg="addSp delSp modSp add del mod">
        <pc:chgData name="Nils Harnischmacher" userId="584cb9187380c029" providerId="LiveId" clId="{7CB3546A-4C0D-480F-9ABE-01B604D3934F}" dt="2025-11-17T12:58:00.344" v="2417" actId="47"/>
        <pc:sldMkLst>
          <pc:docMk/>
          <pc:sldMk cId="3055237265" sldId="261"/>
        </pc:sldMkLst>
        <pc:spChg chg="add mod ord">
          <ac:chgData name="Nils Harnischmacher" userId="584cb9187380c029" providerId="LiveId" clId="{7CB3546A-4C0D-480F-9ABE-01B604D3934F}" dt="2025-11-17T12:44:44.784" v="2272" actId="1076"/>
          <ac:spMkLst>
            <pc:docMk/>
            <pc:sldMk cId="3055237265" sldId="261"/>
            <ac:spMk id="2" creationId="{4FBB126E-73BA-34A5-F8DC-68C80927DF0C}"/>
          </ac:spMkLst>
        </pc:spChg>
        <pc:spChg chg="mod">
          <ac:chgData name="Nils Harnischmacher" userId="584cb9187380c029" providerId="LiveId" clId="{7CB3546A-4C0D-480F-9ABE-01B604D3934F}" dt="2025-11-17T12:34:08.064" v="1985" actId="338"/>
          <ac:spMkLst>
            <pc:docMk/>
            <pc:sldMk cId="3055237265" sldId="261"/>
            <ac:spMk id="4" creationId="{6311886E-4F5D-3589-47A6-7EA76D2D2CA9}"/>
          </ac:spMkLst>
        </pc:spChg>
        <pc:spChg chg="mod">
          <ac:chgData name="Nils Harnischmacher" userId="584cb9187380c029" providerId="LiveId" clId="{7CB3546A-4C0D-480F-9ABE-01B604D3934F}" dt="2025-11-17T12:34:08.064" v="1985" actId="338"/>
          <ac:spMkLst>
            <pc:docMk/>
            <pc:sldMk cId="3055237265" sldId="261"/>
            <ac:spMk id="6" creationId="{22B4CE03-FF30-8EBA-3BD1-7580BA881AAB}"/>
          </ac:spMkLst>
        </pc:spChg>
        <pc:spChg chg="del mod">
          <ac:chgData name="Nils Harnischmacher" userId="584cb9187380c029" providerId="LiveId" clId="{7CB3546A-4C0D-480F-9ABE-01B604D3934F}" dt="2025-11-17T12:47:19.668" v="2288" actId="478"/>
          <ac:spMkLst>
            <pc:docMk/>
            <pc:sldMk cId="3055237265" sldId="261"/>
            <ac:spMk id="13" creationId="{E222C4FC-0A85-032E-A05D-F0E87B1C73DA}"/>
          </ac:spMkLst>
        </pc:spChg>
        <pc:spChg chg="del mod">
          <ac:chgData name="Nils Harnischmacher" userId="584cb9187380c029" providerId="LiveId" clId="{7CB3546A-4C0D-480F-9ABE-01B604D3934F}" dt="2025-11-17T12:49:17.291" v="2359" actId="478"/>
          <ac:spMkLst>
            <pc:docMk/>
            <pc:sldMk cId="3055237265" sldId="261"/>
            <ac:spMk id="14" creationId="{20CB1DDD-09E5-EFEE-D637-7AE62AD26383}"/>
          </ac:spMkLst>
        </pc:spChg>
        <pc:spChg chg="mod">
          <ac:chgData name="Nils Harnischmacher" userId="584cb9187380c029" providerId="LiveId" clId="{7CB3546A-4C0D-480F-9ABE-01B604D3934F}" dt="2025-11-17T12:48:45.898" v="2351" actId="1076"/>
          <ac:spMkLst>
            <pc:docMk/>
            <pc:sldMk cId="3055237265" sldId="261"/>
            <ac:spMk id="15" creationId="{4AC2DF00-3789-37BD-66BE-BFBA7449555D}"/>
          </ac:spMkLst>
        </pc:spChg>
        <pc:spChg chg="del mod">
          <ac:chgData name="Nils Harnischmacher" userId="584cb9187380c029" providerId="LiveId" clId="{7CB3546A-4C0D-480F-9ABE-01B604D3934F}" dt="2025-11-17T12:47:58.544" v="2328" actId="478"/>
          <ac:spMkLst>
            <pc:docMk/>
            <pc:sldMk cId="3055237265" sldId="261"/>
            <ac:spMk id="16" creationId="{7E3E8C77-D4AE-E292-2569-589D4C5879B9}"/>
          </ac:spMkLst>
        </pc:spChg>
        <pc:spChg chg="mod">
          <ac:chgData name="Nils Harnischmacher" userId="584cb9187380c029" providerId="LiveId" clId="{7CB3546A-4C0D-480F-9ABE-01B604D3934F}" dt="2025-11-17T12:48:48.694" v="2352" actId="1076"/>
          <ac:spMkLst>
            <pc:docMk/>
            <pc:sldMk cId="3055237265" sldId="261"/>
            <ac:spMk id="17" creationId="{DFE12C16-E8A3-8D71-895D-6C524DF27269}"/>
          </ac:spMkLst>
        </pc:spChg>
        <pc:spChg chg="del mod">
          <ac:chgData name="Nils Harnischmacher" userId="584cb9187380c029" providerId="LiveId" clId="{7CB3546A-4C0D-480F-9ABE-01B604D3934F}" dt="2025-11-17T12:48:20.190" v="2346" actId="478"/>
          <ac:spMkLst>
            <pc:docMk/>
            <pc:sldMk cId="3055237265" sldId="261"/>
            <ac:spMk id="18" creationId="{A09FC5AC-D03C-F2E8-A454-47364B664D59}"/>
          </ac:spMkLst>
        </pc:spChg>
        <pc:spChg chg="del mod">
          <ac:chgData name="Nils Harnischmacher" userId="584cb9187380c029" providerId="LiveId" clId="{7CB3546A-4C0D-480F-9ABE-01B604D3934F}" dt="2025-11-17T12:48:21.994" v="2348" actId="478"/>
          <ac:spMkLst>
            <pc:docMk/>
            <pc:sldMk cId="3055237265" sldId="261"/>
            <ac:spMk id="21" creationId="{9C6195CE-F8DE-3B9C-6DCE-66FE906A160D}"/>
          </ac:spMkLst>
        </pc:spChg>
        <pc:spChg chg="mod">
          <ac:chgData name="Nils Harnischmacher" userId="584cb9187380c029" providerId="LiveId" clId="{7CB3546A-4C0D-480F-9ABE-01B604D3934F}" dt="2025-11-17T12:46:56.856" v="2286"/>
          <ac:spMkLst>
            <pc:docMk/>
            <pc:sldMk cId="3055237265" sldId="261"/>
            <ac:spMk id="22" creationId="{CBCB9E66-9B87-F2E4-6F9F-075589D4C6A0}"/>
          </ac:spMkLst>
        </pc:spChg>
        <pc:spChg chg="mod">
          <ac:chgData name="Nils Harnischmacher" userId="584cb9187380c029" providerId="LiveId" clId="{7CB3546A-4C0D-480F-9ABE-01B604D3934F}" dt="2025-11-17T12:50:08.147" v="2365"/>
          <ac:spMkLst>
            <pc:docMk/>
            <pc:sldMk cId="3055237265" sldId="261"/>
            <ac:spMk id="24" creationId="{35383303-AFC7-046B-0CA1-33763DFD70D3}"/>
          </ac:spMkLst>
        </pc:spChg>
        <pc:spChg chg="mod">
          <ac:chgData name="Nils Harnischmacher" userId="584cb9187380c029" providerId="LiveId" clId="{7CB3546A-4C0D-480F-9ABE-01B604D3934F}" dt="2025-11-17T12:50:08.147" v="2365"/>
          <ac:spMkLst>
            <pc:docMk/>
            <pc:sldMk cId="3055237265" sldId="261"/>
            <ac:spMk id="26" creationId="{0A679912-5E2E-5D11-30A4-BA3B260940F5}"/>
          </ac:spMkLst>
        </pc:spChg>
        <pc:spChg chg="mod">
          <ac:chgData name="Nils Harnischmacher" userId="584cb9187380c029" providerId="LiveId" clId="{7CB3546A-4C0D-480F-9ABE-01B604D3934F}" dt="2025-11-17T12:50:08.147" v="2365"/>
          <ac:spMkLst>
            <pc:docMk/>
            <pc:sldMk cId="3055237265" sldId="261"/>
            <ac:spMk id="27" creationId="{84AE0E9C-DB05-C05F-EEF7-99DE3C532833}"/>
          </ac:spMkLst>
        </pc:spChg>
        <pc:spChg chg="mod">
          <ac:chgData name="Nils Harnischmacher" userId="584cb9187380c029" providerId="LiveId" clId="{7CB3546A-4C0D-480F-9ABE-01B604D3934F}" dt="2025-11-17T12:50:08.147" v="2365"/>
          <ac:spMkLst>
            <pc:docMk/>
            <pc:sldMk cId="3055237265" sldId="261"/>
            <ac:spMk id="29" creationId="{8041DD76-6A0A-F4D6-A25F-1404B1FD7BC5}"/>
          </ac:spMkLst>
        </pc:spChg>
        <pc:spChg chg="mod">
          <ac:chgData name="Nils Harnischmacher" userId="584cb9187380c029" providerId="LiveId" clId="{7CB3546A-4C0D-480F-9ABE-01B604D3934F}" dt="2025-11-17T12:50:08.147" v="2365"/>
          <ac:spMkLst>
            <pc:docMk/>
            <pc:sldMk cId="3055237265" sldId="261"/>
            <ac:spMk id="32" creationId="{15798764-2192-C489-65AB-2375B228FCD9}"/>
          </ac:spMkLst>
        </pc:spChg>
        <pc:spChg chg="mod">
          <ac:chgData name="Nils Harnischmacher" userId="584cb9187380c029" providerId="LiveId" clId="{7CB3546A-4C0D-480F-9ABE-01B604D3934F}" dt="2025-11-17T12:43:38.842" v="2258" actId="12789"/>
          <ac:spMkLst>
            <pc:docMk/>
            <pc:sldMk cId="3055237265" sldId="261"/>
            <ac:spMk id="33" creationId="{383FA280-AB60-577C-0396-8A76B330284F}"/>
          </ac:spMkLst>
        </pc:spChg>
        <pc:spChg chg="mod">
          <ac:chgData name="Nils Harnischmacher" userId="584cb9187380c029" providerId="LiveId" clId="{7CB3546A-4C0D-480F-9ABE-01B604D3934F}" dt="2025-11-17T12:43:38.842" v="2258" actId="12789"/>
          <ac:spMkLst>
            <pc:docMk/>
            <pc:sldMk cId="3055237265" sldId="261"/>
            <ac:spMk id="34" creationId="{91F8701D-EF32-B881-0461-32A1C3C9BF46}"/>
          </ac:spMkLst>
        </pc:spChg>
        <pc:spChg chg="mod">
          <ac:chgData name="Nils Harnischmacher" userId="584cb9187380c029" providerId="LiveId" clId="{7CB3546A-4C0D-480F-9ABE-01B604D3934F}" dt="2025-11-17T12:43:38.842" v="2258" actId="12789"/>
          <ac:spMkLst>
            <pc:docMk/>
            <pc:sldMk cId="3055237265" sldId="261"/>
            <ac:spMk id="35" creationId="{C6301F5E-4EFA-5EE2-7BC4-8EDC431E8028}"/>
          </ac:spMkLst>
        </pc:spChg>
        <pc:spChg chg="mod">
          <ac:chgData name="Nils Harnischmacher" userId="584cb9187380c029" providerId="LiveId" clId="{7CB3546A-4C0D-480F-9ABE-01B604D3934F}" dt="2025-11-17T12:43:38.842" v="2258" actId="12789"/>
          <ac:spMkLst>
            <pc:docMk/>
            <pc:sldMk cId="3055237265" sldId="261"/>
            <ac:spMk id="36" creationId="{68FCC871-D347-F81D-169A-2283F5EF56CA}"/>
          </ac:spMkLst>
        </pc:spChg>
        <pc:spChg chg="mod">
          <ac:chgData name="Nils Harnischmacher" userId="584cb9187380c029" providerId="LiveId" clId="{7CB3546A-4C0D-480F-9ABE-01B604D3934F}" dt="2025-11-17T12:43:38.842" v="2258" actId="12789"/>
          <ac:spMkLst>
            <pc:docMk/>
            <pc:sldMk cId="3055237265" sldId="261"/>
            <ac:spMk id="37" creationId="{9D86A463-6255-69BF-5046-2DF938F7FAA2}"/>
          </ac:spMkLst>
        </pc:spChg>
        <pc:spChg chg="mod">
          <ac:chgData name="Nils Harnischmacher" userId="584cb9187380c029" providerId="LiveId" clId="{7CB3546A-4C0D-480F-9ABE-01B604D3934F}" dt="2025-11-17T12:43:38.842" v="2258" actId="12789"/>
          <ac:spMkLst>
            <pc:docMk/>
            <pc:sldMk cId="3055237265" sldId="261"/>
            <ac:spMk id="38" creationId="{3CF64236-D75B-D422-15E4-D8019D4B0E70}"/>
          </ac:spMkLst>
        </pc:spChg>
        <pc:spChg chg="mod">
          <ac:chgData name="Nils Harnischmacher" userId="584cb9187380c029" providerId="LiveId" clId="{7CB3546A-4C0D-480F-9ABE-01B604D3934F}" dt="2025-11-17T12:43:38.842" v="2258" actId="12789"/>
          <ac:spMkLst>
            <pc:docMk/>
            <pc:sldMk cId="3055237265" sldId="261"/>
            <ac:spMk id="39" creationId="{4B4E0AB7-5787-F59B-745A-0A5738B87CC7}"/>
          </ac:spMkLst>
        </pc:spChg>
        <pc:spChg chg="mod">
          <ac:chgData name="Nils Harnischmacher" userId="584cb9187380c029" providerId="LiveId" clId="{7CB3546A-4C0D-480F-9ABE-01B604D3934F}" dt="2025-11-17T12:42:19.944" v="2242" actId="1076"/>
          <ac:spMkLst>
            <pc:docMk/>
            <pc:sldMk cId="3055237265" sldId="261"/>
            <ac:spMk id="40" creationId="{6884AB33-E127-E43C-78FB-47ADAF8E39B1}"/>
          </ac:spMkLst>
        </pc:spChg>
        <pc:spChg chg="mod">
          <ac:chgData name="Nils Harnischmacher" userId="584cb9187380c029" providerId="LiveId" clId="{7CB3546A-4C0D-480F-9ABE-01B604D3934F}" dt="2025-11-17T12:50:08.147" v="2365"/>
          <ac:spMkLst>
            <pc:docMk/>
            <pc:sldMk cId="3055237265" sldId="261"/>
            <ac:spMk id="42" creationId="{35BE47A6-9621-D5A1-C72D-0AB84EF2BEAD}"/>
          </ac:spMkLst>
        </pc:spChg>
        <pc:spChg chg="mod">
          <ac:chgData name="Nils Harnischmacher" userId="584cb9187380c029" providerId="LiveId" clId="{7CB3546A-4C0D-480F-9ABE-01B604D3934F}" dt="2025-11-17T12:31:35.682" v="1946" actId="165"/>
          <ac:spMkLst>
            <pc:docMk/>
            <pc:sldMk cId="3055237265" sldId="261"/>
            <ac:spMk id="45" creationId="{1BE38EF6-303D-4977-9235-E760A2CAB8ED}"/>
          </ac:spMkLst>
        </pc:spChg>
        <pc:spChg chg="mod">
          <ac:chgData name="Nils Harnischmacher" userId="584cb9187380c029" providerId="LiveId" clId="{7CB3546A-4C0D-480F-9ABE-01B604D3934F}" dt="2025-11-17T12:31:35.682" v="1946" actId="165"/>
          <ac:spMkLst>
            <pc:docMk/>
            <pc:sldMk cId="3055237265" sldId="261"/>
            <ac:spMk id="52" creationId="{4FD1CD63-BB71-EA92-4844-806400311B8D}"/>
          </ac:spMkLst>
        </pc:spChg>
        <pc:spChg chg="mod">
          <ac:chgData name="Nils Harnischmacher" userId="584cb9187380c029" providerId="LiveId" clId="{7CB3546A-4C0D-480F-9ABE-01B604D3934F}" dt="2025-11-17T12:31:35.682" v="1946" actId="165"/>
          <ac:spMkLst>
            <pc:docMk/>
            <pc:sldMk cId="3055237265" sldId="261"/>
            <ac:spMk id="55" creationId="{BA123178-66BC-71FD-33AF-079B5ED1C312}"/>
          </ac:spMkLst>
        </pc:spChg>
        <pc:spChg chg="mod">
          <ac:chgData name="Nils Harnischmacher" userId="584cb9187380c029" providerId="LiveId" clId="{7CB3546A-4C0D-480F-9ABE-01B604D3934F}" dt="2025-11-17T12:31:35.682" v="1946" actId="165"/>
          <ac:spMkLst>
            <pc:docMk/>
            <pc:sldMk cId="3055237265" sldId="261"/>
            <ac:spMk id="56" creationId="{FBCB8EAA-47E2-6D7D-6BD0-3CF5FA2413D5}"/>
          </ac:spMkLst>
        </pc:spChg>
        <pc:spChg chg="mod">
          <ac:chgData name="Nils Harnischmacher" userId="584cb9187380c029" providerId="LiveId" clId="{7CB3546A-4C0D-480F-9ABE-01B604D3934F}" dt="2025-11-17T12:31:35.682" v="1946" actId="165"/>
          <ac:spMkLst>
            <pc:docMk/>
            <pc:sldMk cId="3055237265" sldId="261"/>
            <ac:spMk id="59" creationId="{D5F7D6BC-B337-51C2-B7BA-711F4AE33913}"/>
          </ac:spMkLst>
        </pc:spChg>
        <pc:spChg chg="mod">
          <ac:chgData name="Nils Harnischmacher" userId="584cb9187380c029" providerId="LiveId" clId="{7CB3546A-4C0D-480F-9ABE-01B604D3934F}" dt="2025-11-17T12:31:35.682" v="1946" actId="165"/>
          <ac:spMkLst>
            <pc:docMk/>
            <pc:sldMk cId="3055237265" sldId="261"/>
            <ac:spMk id="62" creationId="{73F2DA24-BF7B-6FB9-A4FE-DAFC1F6E6295}"/>
          </ac:spMkLst>
        </pc:spChg>
        <pc:spChg chg="del mod">
          <ac:chgData name="Nils Harnischmacher" userId="584cb9187380c029" providerId="LiveId" clId="{7CB3546A-4C0D-480F-9ABE-01B604D3934F}" dt="2025-11-17T12:31:45.180" v="1948" actId="478"/>
          <ac:spMkLst>
            <pc:docMk/>
            <pc:sldMk cId="3055237265" sldId="261"/>
            <ac:spMk id="67" creationId="{213963E9-DCB6-5B84-B21E-28E3FC26C069}"/>
          </ac:spMkLst>
        </pc:spChg>
        <pc:spChg chg="mod topLvl">
          <ac:chgData name="Nils Harnischmacher" userId="584cb9187380c029" providerId="LiveId" clId="{7CB3546A-4C0D-480F-9ABE-01B604D3934F}" dt="2025-11-17T12:43:21.965" v="2257" actId="14100"/>
          <ac:spMkLst>
            <pc:docMk/>
            <pc:sldMk cId="3055237265" sldId="261"/>
            <ac:spMk id="68" creationId="{066F08D9-09BE-3DEA-CDB0-208B6D2ABBCD}"/>
          </ac:spMkLst>
        </pc:spChg>
        <pc:spChg chg="mod">
          <ac:chgData name="Nils Harnischmacher" userId="584cb9187380c029" providerId="LiveId" clId="{7CB3546A-4C0D-480F-9ABE-01B604D3934F}" dt="2025-11-17T12:50:08.147" v="2365"/>
          <ac:spMkLst>
            <pc:docMk/>
            <pc:sldMk cId="3055237265" sldId="261"/>
            <ac:spMk id="69" creationId="{81B84BAF-86FD-2F03-4CAF-9278BFCEBE07}"/>
          </ac:spMkLst>
        </pc:spChg>
        <pc:spChg chg="mod topLvl">
          <ac:chgData name="Nils Harnischmacher" userId="584cb9187380c029" providerId="LiveId" clId="{7CB3546A-4C0D-480F-9ABE-01B604D3934F}" dt="2025-11-17T12:49:57.722" v="2363" actId="1076"/>
          <ac:spMkLst>
            <pc:docMk/>
            <pc:sldMk cId="3055237265" sldId="261"/>
            <ac:spMk id="70" creationId="{9BC4BFC7-AEAE-654B-BF7F-7E9C8D7E15C5}"/>
          </ac:spMkLst>
        </pc:spChg>
        <pc:spChg chg="mod">
          <ac:chgData name="Nils Harnischmacher" userId="584cb9187380c029" providerId="LiveId" clId="{7CB3546A-4C0D-480F-9ABE-01B604D3934F}" dt="2025-11-17T12:50:08.147" v="2365"/>
          <ac:spMkLst>
            <pc:docMk/>
            <pc:sldMk cId="3055237265" sldId="261"/>
            <ac:spMk id="72" creationId="{CD4F6F67-7A66-4DCB-13EF-F1766E7828CF}"/>
          </ac:spMkLst>
        </pc:spChg>
        <pc:spChg chg="mod">
          <ac:chgData name="Nils Harnischmacher" userId="584cb9187380c029" providerId="LiveId" clId="{7CB3546A-4C0D-480F-9ABE-01B604D3934F}" dt="2025-11-17T12:50:08.147" v="2365"/>
          <ac:spMkLst>
            <pc:docMk/>
            <pc:sldMk cId="3055237265" sldId="261"/>
            <ac:spMk id="73" creationId="{B4CE97CB-434D-1BEE-43C4-71B3F3DDE8A7}"/>
          </ac:spMkLst>
        </pc:spChg>
        <pc:spChg chg="mod">
          <ac:chgData name="Nils Harnischmacher" userId="584cb9187380c029" providerId="LiveId" clId="{7CB3546A-4C0D-480F-9ABE-01B604D3934F}" dt="2025-11-17T12:50:08.147" v="2365"/>
          <ac:spMkLst>
            <pc:docMk/>
            <pc:sldMk cId="3055237265" sldId="261"/>
            <ac:spMk id="76" creationId="{9F8C1EFE-6895-DD44-BAB2-251BF0388DCB}"/>
          </ac:spMkLst>
        </pc:spChg>
        <pc:spChg chg="mod">
          <ac:chgData name="Nils Harnischmacher" userId="584cb9187380c029" providerId="LiveId" clId="{7CB3546A-4C0D-480F-9ABE-01B604D3934F}" dt="2025-11-17T12:50:25.475" v="2369"/>
          <ac:spMkLst>
            <pc:docMk/>
            <pc:sldMk cId="3055237265" sldId="261"/>
            <ac:spMk id="78" creationId="{DC7BDC99-C744-3234-9E82-85CA2E659C89}"/>
          </ac:spMkLst>
        </pc:spChg>
        <pc:spChg chg="mod">
          <ac:chgData name="Nils Harnischmacher" userId="584cb9187380c029" providerId="LiveId" clId="{7CB3546A-4C0D-480F-9ABE-01B604D3934F}" dt="2025-11-17T12:50:25.475" v="2369"/>
          <ac:spMkLst>
            <pc:docMk/>
            <pc:sldMk cId="3055237265" sldId="261"/>
            <ac:spMk id="79" creationId="{5821EAC7-9C7F-C9A9-F3A2-2303A42DB52B}"/>
          </ac:spMkLst>
        </pc:spChg>
        <pc:spChg chg="mod">
          <ac:chgData name="Nils Harnischmacher" userId="584cb9187380c029" providerId="LiveId" clId="{7CB3546A-4C0D-480F-9ABE-01B604D3934F}" dt="2025-11-17T12:50:25.475" v="2369"/>
          <ac:spMkLst>
            <pc:docMk/>
            <pc:sldMk cId="3055237265" sldId="261"/>
            <ac:spMk id="82" creationId="{5341E053-50B6-8F3B-4A8A-3FF36D7CEF97}"/>
          </ac:spMkLst>
        </pc:spChg>
        <pc:spChg chg="mod">
          <ac:chgData name="Nils Harnischmacher" userId="584cb9187380c029" providerId="LiveId" clId="{7CB3546A-4C0D-480F-9ABE-01B604D3934F}" dt="2025-11-17T12:50:25.475" v="2369"/>
          <ac:spMkLst>
            <pc:docMk/>
            <pc:sldMk cId="3055237265" sldId="261"/>
            <ac:spMk id="83" creationId="{0CFB216E-26E0-E981-211B-5B9B9C94DE4C}"/>
          </ac:spMkLst>
        </pc:spChg>
        <pc:spChg chg="mod">
          <ac:chgData name="Nils Harnischmacher" userId="584cb9187380c029" providerId="LiveId" clId="{7CB3546A-4C0D-480F-9ABE-01B604D3934F}" dt="2025-11-17T12:50:25.475" v="2369"/>
          <ac:spMkLst>
            <pc:docMk/>
            <pc:sldMk cId="3055237265" sldId="261"/>
            <ac:spMk id="84" creationId="{7A5331D7-5A86-8AFB-8799-0480B480D793}"/>
          </ac:spMkLst>
        </pc:spChg>
        <pc:spChg chg="mod topLvl">
          <ac:chgData name="Nils Harnischmacher" userId="584cb9187380c029" providerId="LiveId" clId="{7CB3546A-4C0D-480F-9ABE-01B604D3934F}" dt="2025-11-17T12:49:54.438" v="2362" actId="1076"/>
          <ac:spMkLst>
            <pc:docMk/>
            <pc:sldMk cId="3055237265" sldId="261"/>
            <ac:spMk id="85" creationId="{3D3F21D4-6435-6BEF-5DAD-31538C5A4E46}"/>
          </ac:spMkLst>
        </pc:spChg>
        <pc:spChg chg="mod">
          <ac:chgData name="Nils Harnischmacher" userId="584cb9187380c029" providerId="LiveId" clId="{7CB3546A-4C0D-480F-9ABE-01B604D3934F}" dt="2025-11-17T12:50:25.475" v="2369"/>
          <ac:spMkLst>
            <pc:docMk/>
            <pc:sldMk cId="3055237265" sldId="261"/>
            <ac:spMk id="86" creationId="{7BF55D7E-DC44-6D3F-9733-055FCCDBCD02}"/>
          </ac:spMkLst>
        </pc:spChg>
        <pc:spChg chg="mod">
          <ac:chgData name="Nils Harnischmacher" userId="584cb9187380c029" providerId="LiveId" clId="{7CB3546A-4C0D-480F-9ABE-01B604D3934F}" dt="2025-11-17T12:50:25.475" v="2369"/>
          <ac:spMkLst>
            <pc:docMk/>
            <pc:sldMk cId="3055237265" sldId="261"/>
            <ac:spMk id="88" creationId="{D226A058-A127-5429-CAA3-2B1D0A66047C}"/>
          </ac:spMkLst>
        </pc:spChg>
        <pc:spChg chg="mod">
          <ac:chgData name="Nils Harnischmacher" userId="584cb9187380c029" providerId="LiveId" clId="{7CB3546A-4C0D-480F-9ABE-01B604D3934F}" dt="2025-11-17T12:50:25.475" v="2369"/>
          <ac:spMkLst>
            <pc:docMk/>
            <pc:sldMk cId="3055237265" sldId="261"/>
            <ac:spMk id="89" creationId="{7FD60335-51ED-E56C-7514-0D659112E40E}"/>
          </ac:spMkLst>
        </pc:spChg>
        <pc:spChg chg="mod">
          <ac:chgData name="Nils Harnischmacher" userId="584cb9187380c029" providerId="LiveId" clId="{7CB3546A-4C0D-480F-9ABE-01B604D3934F}" dt="2025-11-17T12:50:25.475" v="2369"/>
          <ac:spMkLst>
            <pc:docMk/>
            <pc:sldMk cId="3055237265" sldId="261"/>
            <ac:spMk id="90" creationId="{3D77BA6B-08F9-75C0-7DED-3CFBB5DC7D17}"/>
          </ac:spMkLst>
        </pc:spChg>
        <pc:spChg chg="mod">
          <ac:chgData name="Nils Harnischmacher" userId="584cb9187380c029" providerId="LiveId" clId="{7CB3546A-4C0D-480F-9ABE-01B604D3934F}" dt="2025-11-17T12:50:25.475" v="2369"/>
          <ac:spMkLst>
            <pc:docMk/>
            <pc:sldMk cId="3055237265" sldId="261"/>
            <ac:spMk id="91" creationId="{0D3A2BAB-6C95-2EDB-8970-3033569F881B}"/>
          </ac:spMkLst>
        </pc:spChg>
        <pc:spChg chg="mod topLvl">
          <ac:chgData name="Nils Harnischmacher" userId="584cb9187380c029" providerId="LiveId" clId="{7CB3546A-4C0D-480F-9ABE-01B604D3934F}" dt="2025-11-17T12:50:20.668" v="2368" actId="165"/>
          <ac:spMkLst>
            <pc:docMk/>
            <pc:sldMk cId="3055237265" sldId="261"/>
            <ac:spMk id="93" creationId="{10AC2C81-E0D0-ED42-6A61-2EB3058688DB}"/>
          </ac:spMkLst>
        </pc:spChg>
        <pc:spChg chg="mod topLvl">
          <ac:chgData name="Nils Harnischmacher" userId="584cb9187380c029" providerId="LiveId" clId="{7CB3546A-4C0D-480F-9ABE-01B604D3934F}" dt="2025-11-17T12:50:20.668" v="2368" actId="165"/>
          <ac:spMkLst>
            <pc:docMk/>
            <pc:sldMk cId="3055237265" sldId="261"/>
            <ac:spMk id="95" creationId="{A9302160-E2C1-EC72-0364-C8E8790A5CD4}"/>
          </ac:spMkLst>
        </pc:spChg>
        <pc:spChg chg="mod topLvl">
          <ac:chgData name="Nils Harnischmacher" userId="584cb9187380c029" providerId="LiveId" clId="{7CB3546A-4C0D-480F-9ABE-01B604D3934F}" dt="2025-11-17T12:50:20.668" v="2368" actId="165"/>
          <ac:spMkLst>
            <pc:docMk/>
            <pc:sldMk cId="3055237265" sldId="261"/>
            <ac:spMk id="96" creationId="{CF61A075-FBBA-2E18-8321-2ADECE86C8CC}"/>
          </ac:spMkLst>
        </pc:spChg>
        <pc:spChg chg="mod">
          <ac:chgData name="Nils Harnischmacher" userId="584cb9187380c029" providerId="LiveId" clId="{7CB3546A-4C0D-480F-9ABE-01B604D3934F}" dt="2025-11-17T12:37:06.204" v="2037" actId="20577"/>
          <ac:spMkLst>
            <pc:docMk/>
            <pc:sldMk cId="3055237265" sldId="261"/>
            <ac:spMk id="97" creationId="{A5D3FED2-D991-8E21-C780-D4A071D2EF38}"/>
          </ac:spMkLst>
        </pc:spChg>
        <pc:spChg chg="mod topLvl">
          <ac:chgData name="Nils Harnischmacher" userId="584cb9187380c029" providerId="LiveId" clId="{7CB3546A-4C0D-480F-9ABE-01B604D3934F}" dt="2025-11-17T12:50:20.668" v="2368" actId="165"/>
          <ac:spMkLst>
            <pc:docMk/>
            <pc:sldMk cId="3055237265" sldId="261"/>
            <ac:spMk id="98" creationId="{0B8165D3-B783-5462-CFA3-BF581482CD04}"/>
          </ac:spMkLst>
        </pc:spChg>
        <pc:spChg chg="mod">
          <ac:chgData name="Nils Harnischmacher" userId="584cb9187380c029" providerId="LiveId" clId="{7CB3546A-4C0D-480F-9ABE-01B604D3934F}" dt="2025-11-17T12:37:42.843" v="2070" actId="20577"/>
          <ac:spMkLst>
            <pc:docMk/>
            <pc:sldMk cId="3055237265" sldId="261"/>
            <ac:spMk id="100" creationId="{7FC8248A-2206-A966-89F9-8A3290B2062F}"/>
          </ac:spMkLst>
        </pc:spChg>
        <pc:spChg chg="mod">
          <ac:chgData name="Nils Harnischmacher" userId="584cb9187380c029" providerId="LiveId" clId="{7CB3546A-4C0D-480F-9ABE-01B604D3934F}" dt="2025-11-17T12:37:41.528" v="2069" actId="20577"/>
          <ac:spMkLst>
            <pc:docMk/>
            <pc:sldMk cId="3055237265" sldId="261"/>
            <ac:spMk id="101" creationId="{2386D284-A2C0-D90E-D29F-36FF419B13A0}"/>
          </ac:spMkLst>
        </pc:spChg>
        <pc:spChg chg="mod topLvl">
          <ac:chgData name="Nils Harnischmacher" userId="584cb9187380c029" providerId="LiveId" clId="{7CB3546A-4C0D-480F-9ABE-01B604D3934F}" dt="2025-11-17T12:50:20.668" v="2368" actId="165"/>
          <ac:spMkLst>
            <pc:docMk/>
            <pc:sldMk cId="3055237265" sldId="261"/>
            <ac:spMk id="102" creationId="{25FB7160-1EB1-D8E1-D0CB-AF2B6452657F}"/>
          </ac:spMkLst>
        </pc:spChg>
        <pc:spChg chg="mod topLvl">
          <ac:chgData name="Nils Harnischmacher" userId="584cb9187380c029" providerId="LiveId" clId="{7CB3546A-4C0D-480F-9ABE-01B604D3934F}" dt="2025-11-17T12:38:26.504" v="2084" actId="164"/>
          <ac:spMkLst>
            <pc:docMk/>
            <pc:sldMk cId="3055237265" sldId="261"/>
            <ac:spMk id="105" creationId="{885100FD-2EA2-BABA-0B03-E5768BA53226}"/>
          </ac:spMkLst>
        </pc:spChg>
        <pc:spChg chg="mod topLvl">
          <ac:chgData name="Nils Harnischmacher" userId="584cb9187380c029" providerId="LiveId" clId="{7CB3546A-4C0D-480F-9ABE-01B604D3934F}" dt="2025-11-17T12:50:20.668" v="2368" actId="165"/>
          <ac:spMkLst>
            <pc:docMk/>
            <pc:sldMk cId="3055237265" sldId="261"/>
            <ac:spMk id="106" creationId="{68B6E3E9-0A95-0646-0CBE-A0D1511E182E}"/>
          </ac:spMkLst>
        </pc:spChg>
        <pc:spChg chg="mod topLvl">
          <ac:chgData name="Nils Harnischmacher" userId="584cb9187380c029" providerId="LiveId" clId="{7CB3546A-4C0D-480F-9ABE-01B604D3934F}" dt="2025-11-17T12:50:20.668" v="2368" actId="165"/>
          <ac:spMkLst>
            <pc:docMk/>
            <pc:sldMk cId="3055237265" sldId="261"/>
            <ac:spMk id="107" creationId="{54146930-26ED-02D3-0A5C-F6890978140B}"/>
          </ac:spMkLst>
        </pc:spChg>
        <pc:spChg chg="mod topLvl">
          <ac:chgData name="Nils Harnischmacher" userId="584cb9187380c029" providerId="LiveId" clId="{7CB3546A-4C0D-480F-9ABE-01B604D3934F}" dt="2025-11-17T12:50:20.668" v="2368" actId="165"/>
          <ac:spMkLst>
            <pc:docMk/>
            <pc:sldMk cId="3055237265" sldId="261"/>
            <ac:spMk id="108" creationId="{BB1674AF-264B-B458-1FB4-8D9F467370AF}"/>
          </ac:spMkLst>
        </pc:spChg>
        <pc:spChg chg="mod">
          <ac:chgData name="Nils Harnischmacher" userId="584cb9187380c029" providerId="LiveId" clId="{7CB3546A-4C0D-480F-9ABE-01B604D3934F}" dt="2025-11-17T12:35:09.952" v="1993" actId="1076"/>
          <ac:spMkLst>
            <pc:docMk/>
            <pc:sldMk cId="3055237265" sldId="261"/>
            <ac:spMk id="109" creationId="{44B28EDE-3051-28A1-47DD-073710CF1799}"/>
          </ac:spMkLst>
        </pc:spChg>
        <pc:spChg chg="mod topLvl">
          <ac:chgData name="Nils Harnischmacher" userId="584cb9187380c029" providerId="LiveId" clId="{7CB3546A-4C0D-480F-9ABE-01B604D3934F}" dt="2025-11-17T12:50:20.668" v="2368" actId="165"/>
          <ac:spMkLst>
            <pc:docMk/>
            <pc:sldMk cId="3055237265" sldId="261"/>
            <ac:spMk id="110" creationId="{532519A1-1EDC-E202-38DD-058A4000F69D}"/>
          </ac:spMkLst>
        </pc:spChg>
        <pc:spChg chg="mod topLvl">
          <ac:chgData name="Nils Harnischmacher" userId="584cb9187380c029" providerId="LiveId" clId="{7CB3546A-4C0D-480F-9ABE-01B604D3934F}" dt="2025-11-17T12:50:20.668" v="2368" actId="165"/>
          <ac:spMkLst>
            <pc:docMk/>
            <pc:sldMk cId="3055237265" sldId="261"/>
            <ac:spMk id="114" creationId="{D14C9BEF-6095-EA8A-2862-C8778379EE17}"/>
          </ac:spMkLst>
        </pc:spChg>
        <pc:spChg chg="del">
          <ac:chgData name="Nils Harnischmacher" userId="584cb9187380c029" providerId="LiveId" clId="{7CB3546A-4C0D-480F-9ABE-01B604D3934F}" dt="2025-11-17T12:31:58.199" v="1952" actId="478"/>
          <ac:spMkLst>
            <pc:docMk/>
            <pc:sldMk cId="3055237265" sldId="261"/>
            <ac:spMk id="117" creationId="{730D195D-5F00-3395-3690-3D550DE93488}"/>
          </ac:spMkLst>
        </pc:spChg>
        <pc:spChg chg="del mod">
          <ac:chgData name="Nils Harnischmacher" userId="584cb9187380c029" providerId="LiveId" clId="{7CB3546A-4C0D-480F-9ABE-01B604D3934F}" dt="2025-11-17T12:32:00.370" v="1954" actId="478"/>
          <ac:spMkLst>
            <pc:docMk/>
            <pc:sldMk cId="3055237265" sldId="261"/>
            <ac:spMk id="118" creationId="{8AE2D1BB-7257-B1F5-F78D-8B317B249817}"/>
          </ac:spMkLst>
        </pc:spChg>
        <pc:spChg chg="del mod topLvl">
          <ac:chgData name="Nils Harnischmacher" userId="584cb9187380c029" providerId="LiveId" clId="{7CB3546A-4C0D-480F-9ABE-01B604D3934F}" dt="2025-11-17T12:31:54.085" v="1950" actId="478"/>
          <ac:spMkLst>
            <pc:docMk/>
            <pc:sldMk cId="3055237265" sldId="261"/>
            <ac:spMk id="119" creationId="{C753213D-2246-BA6E-4A2C-B61CCEB93328}"/>
          </ac:spMkLst>
        </pc:spChg>
        <pc:spChg chg="del mod">
          <ac:chgData name="Nils Harnischmacher" userId="584cb9187380c029" providerId="LiveId" clId="{7CB3546A-4C0D-480F-9ABE-01B604D3934F}" dt="2025-11-17T12:31:55.478" v="1951" actId="478"/>
          <ac:spMkLst>
            <pc:docMk/>
            <pc:sldMk cId="3055237265" sldId="261"/>
            <ac:spMk id="120" creationId="{92D57403-839E-83BF-4E31-F6193E203601}"/>
          </ac:spMkLst>
        </pc:spChg>
        <pc:spChg chg="del">
          <ac:chgData name="Nils Harnischmacher" userId="584cb9187380c029" providerId="LiveId" clId="{7CB3546A-4C0D-480F-9ABE-01B604D3934F}" dt="2025-11-17T12:31:59.562" v="1953" actId="478"/>
          <ac:spMkLst>
            <pc:docMk/>
            <pc:sldMk cId="3055237265" sldId="261"/>
            <ac:spMk id="121" creationId="{C991C969-A5EA-8818-FA8D-28CDBBAD8F15}"/>
          </ac:spMkLst>
        </pc:spChg>
        <pc:spChg chg="mod topLvl">
          <ac:chgData name="Nils Harnischmacher" userId="584cb9187380c029" providerId="LiveId" clId="{7CB3546A-4C0D-480F-9ABE-01B604D3934F}" dt="2025-11-17T12:50:00.032" v="2364" actId="1076"/>
          <ac:spMkLst>
            <pc:docMk/>
            <pc:sldMk cId="3055237265" sldId="261"/>
            <ac:spMk id="125" creationId="{27FC0860-E164-F1E3-0BC8-A92F602D5D72}"/>
          </ac:spMkLst>
        </pc:spChg>
        <pc:grpChg chg="add del mod">
          <ac:chgData name="Nils Harnischmacher" userId="584cb9187380c029" providerId="LiveId" clId="{7CB3546A-4C0D-480F-9ABE-01B604D3934F}" dt="2025-11-17T12:44:31.796" v="2268" actId="165"/>
          <ac:grpSpMkLst>
            <pc:docMk/>
            <pc:sldMk cId="3055237265" sldId="261"/>
            <ac:grpSpMk id="8" creationId="{8B82BA97-DD0E-31CD-1647-EC3FE903E500}"/>
          </ac:grpSpMkLst>
        </pc:grpChg>
        <pc:grpChg chg="add mod">
          <ac:chgData name="Nils Harnischmacher" userId="584cb9187380c029" providerId="LiveId" clId="{7CB3546A-4C0D-480F-9ABE-01B604D3934F}" dt="2025-11-17T12:34:06.572" v="1984" actId="338"/>
          <ac:grpSpMkLst>
            <pc:docMk/>
            <pc:sldMk cId="3055237265" sldId="261"/>
            <ac:grpSpMk id="9" creationId="{0A0E9C8E-A847-42D4-CC2E-4B74BD5E6F92}"/>
          </ac:grpSpMkLst>
        </pc:grpChg>
        <pc:grpChg chg="mod">
          <ac:chgData name="Nils Harnischmacher" userId="584cb9187380c029" providerId="LiveId" clId="{7CB3546A-4C0D-480F-9ABE-01B604D3934F}" dt="2025-11-17T12:38:41.670" v="2087" actId="164"/>
          <ac:grpSpMkLst>
            <pc:docMk/>
            <pc:sldMk cId="3055237265" sldId="261"/>
            <ac:grpSpMk id="10" creationId="{67A2CCE1-E741-5F93-CE02-90798A13E0D1}"/>
          </ac:grpSpMkLst>
        </pc:grpChg>
        <pc:grpChg chg="add mod">
          <ac:chgData name="Nils Harnischmacher" userId="584cb9187380c029" providerId="LiveId" clId="{7CB3546A-4C0D-480F-9ABE-01B604D3934F}" dt="2025-11-17T12:49:44.546" v="2361" actId="1076"/>
          <ac:grpSpMkLst>
            <pc:docMk/>
            <pc:sldMk cId="3055237265" sldId="261"/>
            <ac:grpSpMk id="11" creationId="{865384A8-DE18-448B-AA57-5263B048B3F2}"/>
          </ac:grpSpMkLst>
        </pc:grpChg>
        <pc:grpChg chg="add del mod">
          <ac:chgData name="Nils Harnischmacher" userId="584cb9187380c029" providerId="LiveId" clId="{7CB3546A-4C0D-480F-9ABE-01B604D3934F}" dt="2025-11-17T12:49:34.635" v="2360" actId="478"/>
          <ac:grpSpMkLst>
            <pc:docMk/>
            <pc:sldMk cId="3055237265" sldId="261"/>
            <ac:grpSpMk id="12" creationId="{0D14FE47-E9CC-F437-4ABD-CEE49E2336B8}"/>
          </ac:grpSpMkLst>
        </pc:grpChg>
        <pc:grpChg chg="del mod">
          <ac:chgData name="Nils Harnischmacher" userId="584cb9187380c029" providerId="LiveId" clId="{7CB3546A-4C0D-480F-9ABE-01B604D3934F}" dt="2025-11-17T12:50:15.372" v="2367" actId="21"/>
          <ac:grpSpMkLst>
            <pc:docMk/>
            <pc:sldMk cId="3055237265" sldId="261"/>
            <ac:grpSpMk id="23" creationId="{80A2A11E-6437-C8EC-2EDB-0399E00B2DBD}"/>
          </ac:grpSpMkLst>
        </pc:grpChg>
        <pc:grpChg chg="mod">
          <ac:chgData name="Nils Harnischmacher" userId="584cb9187380c029" providerId="LiveId" clId="{7CB3546A-4C0D-480F-9ABE-01B604D3934F}" dt="2025-11-17T12:34:06.572" v="1984" actId="338"/>
          <ac:grpSpMkLst>
            <pc:docMk/>
            <pc:sldMk cId="3055237265" sldId="261"/>
            <ac:grpSpMk id="31" creationId="{FD74E34F-D4D4-F4FF-B021-733DC872435A}"/>
          </ac:grpSpMkLst>
        </pc:grpChg>
        <pc:grpChg chg="mod">
          <ac:chgData name="Nils Harnischmacher" userId="584cb9187380c029" providerId="LiveId" clId="{7CB3546A-4C0D-480F-9ABE-01B604D3934F}" dt="2025-11-17T12:39:04.018" v="2090" actId="14100"/>
          <ac:grpSpMkLst>
            <pc:docMk/>
            <pc:sldMk cId="3055237265" sldId="261"/>
            <ac:grpSpMk id="41" creationId="{2A48337C-AF16-A2D5-1B99-7E0712ABF7A0}"/>
          </ac:grpSpMkLst>
        </pc:grpChg>
        <pc:grpChg chg="del">
          <ac:chgData name="Nils Harnischmacher" userId="584cb9187380c029" providerId="LiveId" clId="{7CB3546A-4C0D-480F-9ABE-01B604D3934F}" dt="2025-11-17T12:31:43.560" v="1947" actId="478"/>
          <ac:grpSpMkLst>
            <pc:docMk/>
            <pc:sldMk cId="3055237265" sldId="261"/>
            <ac:grpSpMk id="66" creationId="{5B8605F7-8EE3-79DD-CCC6-881973CACA80}"/>
          </ac:grpSpMkLst>
        </pc:grpChg>
        <pc:grpChg chg="mod">
          <ac:chgData name="Nils Harnischmacher" userId="584cb9187380c029" providerId="LiveId" clId="{7CB3546A-4C0D-480F-9ABE-01B604D3934F}" dt="2025-11-17T12:50:28.313" v="2370" actId="1076"/>
          <ac:grpSpMkLst>
            <pc:docMk/>
            <pc:sldMk cId="3055237265" sldId="261"/>
            <ac:grpSpMk id="77" creationId="{E331133E-940E-BE8A-A976-0313540EAB87}"/>
          </ac:grpSpMkLst>
        </pc:grpChg>
        <pc:grpChg chg="mod">
          <ac:chgData name="Nils Harnischmacher" userId="584cb9187380c029" providerId="LiveId" clId="{7CB3546A-4C0D-480F-9ABE-01B604D3934F}" dt="2025-11-17T12:34:06.572" v="1984" actId="338"/>
          <ac:grpSpMkLst>
            <pc:docMk/>
            <pc:sldMk cId="3055237265" sldId="261"/>
            <ac:grpSpMk id="116" creationId="{45FC7293-94CF-8B37-0429-686AD0EFF679}"/>
          </ac:grpSpMkLst>
        </pc:grpChg>
      </pc:sldChg>
      <pc:sldChg chg="addSp delSp add del mod">
        <pc:chgData name="Nils Harnischmacher" userId="584cb9187380c029" providerId="LiveId" clId="{7CB3546A-4C0D-480F-9ABE-01B604D3934F}" dt="2025-11-17T12:58:01.267" v="2418" actId="47"/>
        <pc:sldMkLst>
          <pc:docMk/>
          <pc:sldMk cId="2750241406" sldId="262"/>
        </pc:sldMkLst>
        <pc:spChg chg="del">
          <ac:chgData name="Nils Harnischmacher" userId="584cb9187380c029" providerId="LiveId" clId="{7CB3546A-4C0D-480F-9ABE-01B604D3934F}" dt="2025-11-17T12:31:20.725" v="1941" actId="478"/>
          <ac:spMkLst>
            <pc:docMk/>
            <pc:sldMk cId="2750241406" sldId="262"/>
            <ac:spMk id="43" creationId="{06E3F6E7-4968-EBB2-B271-86AE1F3E7205}"/>
          </ac:spMkLst>
        </pc:spChg>
        <pc:spChg chg="del">
          <ac:chgData name="Nils Harnischmacher" userId="584cb9187380c029" providerId="LiveId" clId="{7CB3546A-4C0D-480F-9ABE-01B604D3934F}" dt="2025-11-17T12:31:22.759" v="1942" actId="478"/>
          <ac:spMkLst>
            <pc:docMk/>
            <pc:sldMk cId="2750241406" sldId="262"/>
            <ac:spMk id="44" creationId="{EF7232E3-89D0-39C6-5105-D9F7CB451740}"/>
          </ac:spMkLst>
        </pc:spChg>
        <pc:grpChg chg="add del">
          <ac:chgData name="Nils Harnischmacher" userId="584cb9187380c029" providerId="LiveId" clId="{7CB3546A-4C0D-480F-9ABE-01B604D3934F}" dt="2025-11-17T12:31:25.303" v="1944" actId="478"/>
          <ac:grpSpMkLst>
            <pc:docMk/>
            <pc:sldMk cId="2750241406" sldId="262"/>
            <ac:grpSpMk id="3" creationId="{A674F826-C668-9688-FB28-ADFC44E2D972}"/>
          </ac:grpSpMkLst>
        </pc:grpChg>
        <pc:grpChg chg="del">
          <ac:chgData name="Nils Harnischmacher" userId="584cb9187380c029" providerId="LiveId" clId="{7CB3546A-4C0D-480F-9ABE-01B604D3934F}" dt="2025-11-17T12:31:20.725" v="1941" actId="478"/>
          <ac:grpSpMkLst>
            <pc:docMk/>
            <pc:sldMk cId="2750241406" sldId="262"/>
            <ac:grpSpMk id="66" creationId="{5C8AE93F-84FE-E273-86E1-2DE91CBF1788}"/>
          </ac:grpSpMkLst>
        </pc:grpChg>
      </pc:sldChg>
      <pc:sldChg chg="addSp delSp modSp add mod">
        <pc:chgData name="Nils Harnischmacher" userId="584cb9187380c029" providerId="LiveId" clId="{7CB3546A-4C0D-480F-9ABE-01B604D3934F}" dt="2025-11-17T13:02:35.452" v="2427" actId="14100"/>
        <pc:sldMkLst>
          <pc:docMk/>
          <pc:sldMk cId="1575853414" sldId="263"/>
        </pc:sldMkLst>
        <pc:spChg chg="add del mod">
          <ac:chgData name="Nils Harnischmacher" userId="584cb9187380c029" providerId="LiveId" clId="{7CB3546A-4C0D-480F-9ABE-01B604D3934F}" dt="2025-11-17T13:02:35.452" v="2427" actId="14100"/>
          <ac:spMkLst>
            <pc:docMk/>
            <pc:sldMk cId="1575853414" sldId="263"/>
            <ac:spMk id="2" creationId="{C2BEFBAB-A3C7-5B11-E397-D1DD7DEE2B3F}"/>
          </ac:spMkLst>
        </pc:spChg>
        <pc:spChg chg="mod">
          <ac:chgData name="Nils Harnischmacher" userId="584cb9187380c029" providerId="LiveId" clId="{7CB3546A-4C0D-480F-9ABE-01B604D3934F}" dt="2025-11-17T12:56:32.778" v="2415" actId="164"/>
          <ac:spMkLst>
            <pc:docMk/>
            <pc:sldMk cId="1575853414" sldId="263"/>
            <ac:spMk id="4" creationId="{7DF2BA91-1510-019F-0409-185AE63D38D8}"/>
          </ac:spMkLst>
        </pc:spChg>
        <pc:spChg chg="mod">
          <ac:chgData name="Nils Harnischmacher" userId="584cb9187380c029" providerId="LiveId" clId="{7CB3546A-4C0D-480F-9ABE-01B604D3934F}" dt="2025-11-17T12:56:32.778" v="2415" actId="164"/>
          <ac:spMkLst>
            <pc:docMk/>
            <pc:sldMk cId="1575853414" sldId="263"/>
            <ac:spMk id="68" creationId="{BDC43116-CE67-B46F-CF05-E19018D084A8}"/>
          </ac:spMkLst>
        </pc:spChg>
        <pc:spChg chg="mod">
          <ac:chgData name="Nils Harnischmacher" userId="584cb9187380c029" providerId="LiveId" clId="{7CB3546A-4C0D-480F-9ABE-01B604D3934F}" dt="2025-11-17T12:55:53.528" v="2411" actId="164"/>
          <ac:spMkLst>
            <pc:docMk/>
            <pc:sldMk cId="1575853414" sldId="263"/>
            <ac:spMk id="70" creationId="{64793D47-3FED-4975-BD6A-F17939082910}"/>
          </ac:spMkLst>
        </pc:spChg>
        <pc:spChg chg="del">
          <ac:chgData name="Nils Harnischmacher" userId="584cb9187380c029" providerId="LiveId" clId="{7CB3546A-4C0D-480F-9ABE-01B604D3934F}" dt="2025-11-17T12:50:59.652" v="2376" actId="478"/>
          <ac:spMkLst>
            <pc:docMk/>
            <pc:sldMk cId="1575853414" sldId="263"/>
            <ac:spMk id="78" creationId="{732DE5E3-7B34-A596-469C-FB9E3740A207}"/>
          </ac:spMkLst>
        </pc:spChg>
        <pc:spChg chg="del">
          <ac:chgData name="Nils Harnischmacher" userId="584cb9187380c029" providerId="LiveId" clId="{7CB3546A-4C0D-480F-9ABE-01B604D3934F}" dt="2025-11-17T12:50:58.220" v="2375" actId="478"/>
          <ac:spMkLst>
            <pc:docMk/>
            <pc:sldMk cId="1575853414" sldId="263"/>
            <ac:spMk id="79" creationId="{A6CD4281-37B5-E951-11FC-20503A42A89C}"/>
          </ac:spMkLst>
        </pc:spChg>
        <pc:spChg chg="del">
          <ac:chgData name="Nils Harnischmacher" userId="584cb9187380c029" providerId="LiveId" clId="{7CB3546A-4C0D-480F-9ABE-01B604D3934F}" dt="2025-11-17T12:50:56.785" v="2374" actId="478"/>
          <ac:spMkLst>
            <pc:docMk/>
            <pc:sldMk cId="1575853414" sldId="263"/>
            <ac:spMk id="80" creationId="{6AA811D5-7707-8068-79CC-175BAA013ED8}"/>
          </ac:spMkLst>
        </pc:spChg>
        <pc:spChg chg="del">
          <ac:chgData name="Nils Harnischmacher" userId="584cb9187380c029" providerId="LiveId" clId="{7CB3546A-4C0D-480F-9ABE-01B604D3934F}" dt="2025-11-17T12:50:54.072" v="2373" actId="478"/>
          <ac:spMkLst>
            <pc:docMk/>
            <pc:sldMk cId="1575853414" sldId="263"/>
            <ac:spMk id="81" creationId="{837026C0-327E-ABBD-FF07-5CE6D637DDE9}"/>
          </ac:spMkLst>
        </pc:spChg>
        <pc:spChg chg="add del mod">
          <ac:chgData name="Nils Harnischmacher" userId="584cb9187380c029" providerId="LiveId" clId="{7CB3546A-4C0D-480F-9ABE-01B604D3934F}" dt="2025-11-17T12:55:14" v="2407" actId="164"/>
          <ac:spMkLst>
            <pc:docMk/>
            <pc:sldMk cId="1575853414" sldId="263"/>
            <ac:spMk id="85" creationId="{B23BE58D-37E5-58FD-AA85-1C13E1631B09}"/>
          </ac:spMkLst>
        </pc:spChg>
        <pc:spChg chg="del">
          <ac:chgData name="Nils Harnischmacher" userId="584cb9187380c029" providerId="LiveId" clId="{7CB3546A-4C0D-480F-9ABE-01B604D3934F}" dt="2025-11-17T12:51:11.891" v="2377" actId="478"/>
          <ac:spMkLst>
            <pc:docMk/>
            <pc:sldMk cId="1575853414" sldId="263"/>
            <ac:spMk id="86" creationId="{991E6D7B-5EC6-5625-B259-59B29252BEB5}"/>
          </ac:spMkLst>
        </pc:spChg>
        <pc:spChg chg="del">
          <ac:chgData name="Nils Harnischmacher" userId="584cb9187380c029" providerId="LiveId" clId="{7CB3546A-4C0D-480F-9ABE-01B604D3934F}" dt="2025-11-17T12:51:11.891" v="2377" actId="478"/>
          <ac:spMkLst>
            <pc:docMk/>
            <pc:sldMk cId="1575853414" sldId="263"/>
            <ac:spMk id="87" creationId="{C9A3B6CD-B8A7-B3C9-D888-952E9B912649}"/>
          </ac:spMkLst>
        </pc:spChg>
        <pc:spChg chg="del">
          <ac:chgData name="Nils Harnischmacher" userId="584cb9187380c029" providerId="LiveId" clId="{7CB3546A-4C0D-480F-9ABE-01B604D3934F}" dt="2025-11-17T12:51:11.891" v="2377" actId="478"/>
          <ac:spMkLst>
            <pc:docMk/>
            <pc:sldMk cId="1575853414" sldId="263"/>
            <ac:spMk id="88" creationId="{6393632D-C105-EAB4-E459-D278492B639D}"/>
          </ac:spMkLst>
        </pc:spChg>
        <pc:spChg chg="del">
          <ac:chgData name="Nils Harnischmacher" userId="584cb9187380c029" providerId="LiveId" clId="{7CB3546A-4C0D-480F-9ABE-01B604D3934F}" dt="2025-11-17T12:51:11.891" v="2377" actId="478"/>
          <ac:spMkLst>
            <pc:docMk/>
            <pc:sldMk cId="1575853414" sldId="263"/>
            <ac:spMk id="91" creationId="{A67BB47E-7A01-FD3E-8865-ED7A7CCB95B4}"/>
          </ac:spMkLst>
        </pc:spChg>
        <pc:spChg chg="mod">
          <ac:chgData name="Nils Harnischmacher" userId="584cb9187380c029" providerId="LiveId" clId="{7CB3546A-4C0D-480F-9ABE-01B604D3934F}" dt="2025-11-17T12:54:09.032" v="2403" actId="164"/>
          <ac:spMkLst>
            <pc:docMk/>
            <pc:sldMk cId="1575853414" sldId="263"/>
            <ac:spMk id="93" creationId="{5A775BC4-06D7-86B8-9358-1773830394FE}"/>
          </ac:spMkLst>
        </pc:spChg>
        <pc:spChg chg="del">
          <ac:chgData name="Nils Harnischmacher" userId="584cb9187380c029" providerId="LiveId" clId="{7CB3546A-4C0D-480F-9ABE-01B604D3934F}" dt="2025-11-17T12:51:27.196" v="2379" actId="478"/>
          <ac:spMkLst>
            <pc:docMk/>
            <pc:sldMk cId="1575853414" sldId="263"/>
            <ac:spMk id="100" creationId="{ADA1D162-C7ED-04F8-4311-8149A64827DB}"/>
          </ac:spMkLst>
        </pc:spChg>
        <pc:spChg chg="del">
          <ac:chgData name="Nils Harnischmacher" userId="584cb9187380c029" providerId="LiveId" clId="{7CB3546A-4C0D-480F-9ABE-01B604D3934F}" dt="2025-11-17T12:51:27.196" v="2379" actId="478"/>
          <ac:spMkLst>
            <pc:docMk/>
            <pc:sldMk cId="1575853414" sldId="263"/>
            <ac:spMk id="101" creationId="{B3A55DBA-0B8D-1AE3-D6BE-BADB7EB3BF17}"/>
          </ac:spMkLst>
        </pc:spChg>
        <pc:spChg chg="del">
          <ac:chgData name="Nils Harnischmacher" userId="584cb9187380c029" providerId="LiveId" clId="{7CB3546A-4C0D-480F-9ABE-01B604D3934F}" dt="2025-11-17T12:51:27.196" v="2379" actId="478"/>
          <ac:spMkLst>
            <pc:docMk/>
            <pc:sldMk cId="1575853414" sldId="263"/>
            <ac:spMk id="102" creationId="{F4942DBB-AACF-D3C7-FE89-B909E48FDC83}"/>
          </ac:spMkLst>
        </pc:spChg>
        <pc:spChg chg="del">
          <ac:chgData name="Nils Harnischmacher" userId="584cb9187380c029" providerId="LiveId" clId="{7CB3546A-4C0D-480F-9ABE-01B604D3934F}" dt="2025-11-17T12:51:50.316" v="2382" actId="478"/>
          <ac:spMkLst>
            <pc:docMk/>
            <pc:sldMk cId="1575853414" sldId="263"/>
            <ac:spMk id="108" creationId="{98E2964F-2AC3-01A7-AB4D-3646D7F7EFCB}"/>
          </ac:spMkLst>
        </pc:spChg>
        <pc:spChg chg="del">
          <ac:chgData name="Nils Harnischmacher" userId="584cb9187380c029" providerId="LiveId" clId="{7CB3546A-4C0D-480F-9ABE-01B604D3934F}" dt="2025-11-17T12:51:47.771" v="2381" actId="478"/>
          <ac:spMkLst>
            <pc:docMk/>
            <pc:sldMk cId="1575853414" sldId="263"/>
            <ac:spMk id="109" creationId="{606D40EC-C4C9-0BAB-5C2D-FE403C4A5008}"/>
          </ac:spMkLst>
        </pc:spChg>
        <pc:spChg chg="del">
          <ac:chgData name="Nils Harnischmacher" userId="584cb9187380c029" providerId="LiveId" clId="{7CB3546A-4C0D-480F-9ABE-01B604D3934F}" dt="2025-11-17T12:51:45.733" v="2380" actId="478"/>
          <ac:spMkLst>
            <pc:docMk/>
            <pc:sldMk cId="1575853414" sldId="263"/>
            <ac:spMk id="114" creationId="{085A5587-5903-8F9E-4E78-E7C200299240}"/>
          </ac:spMkLst>
        </pc:spChg>
        <pc:spChg chg="mod">
          <ac:chgData name="Nils Harnischmacher" userId="584cb9187380c029" providerId="LiveId" clId="{7CB3546A-4C0D-480F-9ABE-01B604D3934F}" dt="2025-11-17T12:55:41.448" v="2410" actId="404"/>
          <ac:spMkLst>
            <pc:docMk/>
            <pc:sldMk cId="1575853414" sldId="263"/>
            <ac:spMk id="125" creationId="{BFDF12E1-B8D2-078F-E0D4-96F483C67952}"/>
          </ac:spMkLst>
        </pc:spChg>
        <pc:grpChg chg="add mod">
          <ac:chgData name="Nils Harnischmacher" userId="584cb9187380c029" providerId="LiveId" clId="{7CB3546A-4C0D-480F-9ABE-01B604D3934F}" dt="2025-11-17T12:56:32.778" v="2415" actId="164"/>
          <ac:grpSpMkLst>
            <pc:docMk/>
            <pc:sldMk cId="1575853414" sldId="263"/>
            <ac:grpSpMk id="9" creationId="{D2387C86-C2BF-614B-B210-39E9E0497F37}"/>
          </ac:grpSpMkLst>
        </pc:grpChg>
        <pc:grpChg chg="mod">
          <ac:chgData name="Nils Harnischmacher" userId="584cb9187380c029" providerId="LiveId" clId="{7CB3546A-4C0D-480F-9ABE-01B604D3934F}" dt="2025-11-17T12:54:09.032" v="2403" actId="164"/>
          <ac:grpSpMkLst>
            <pc:docMk/>
            <pc:sldMk cId="1575853414" sldId="263"/>
            <ac:grpSpMk id="10" creationId="{72110D5B-930F-25B7-725F-9CE201B9BF94}"/>
          </ac:grpSpMkLst>
        </pc:grpChg>
        <pc:grpChg chg="add mod">
          <ac:chgData name="Nils Harnischmacher" userId="584cb9187380c029" providerId="LiveId" clId="{7CB3546A-4C0D-480F-9ABE-01B604D3934F}" dt="2025-11-17T12:55:53.528" v="2411" actId="164"/>
          <ac:grpSpMkLst>
            <pc:docMk/>
            <pc:sldMk cId="1575853414" sldId="263"/>
            <ac:grpSpMk id="11" creationId="{A92FB37A-8360-5259-90F4-E8416792369B}"/>
          </ac:grpSpMkLst>
        </pc:grpChg>
        <pc:grpChg chg="add mod">
          <ac:chgData name="Nils Harnischmacher" userId="584cb9187380c029" providerId="LiveId" clId="{7CB3546A-4C0D-480F-9ABE-01B604D3934F}" dt="2025-11-17T12:56:32.778" v="2415" actId="164"/>
          <ac:grpSpMkLst>
            <pc:docMk/>
            <pc:sldMk cId="1575853414" sldId="263"/>
            <ac:grpSpMk id="12" creationId="{511C5469-3B01-7816-B051-75D1650D7C0C}"/>
          </ac:grpSpMkLst>
        </pc:grpChg>
        <pc:grpChg chg="add mod">
          <ac:chgData name="Nils Harnischmacher" userId="584cb9187380c029" providerId="LiveId" clId="{7CB3546A-4C0D-480F-9ABE-01B604D3934F}" dt="2025-11-17T12:56:32.778" v="2415" actId="164"/>
          <ac:grpSpMkLst>
            <pc:docMk/>
            <pc:sldMk cId="1575853414" sldId="263"/>
            <ac:grpSpMk id="15" creationId="{4AD2A521-AD0D-9D06-9F8B-33D55CA93C58}"/>
          </ac:grpSpMkLst>
        </pc:grpChg>
        <pc:grpChg chg="mod">
          <ac:chgData name="Nils Harnischmacher" userId="584cb9187380c029" providerId="LiveId" clId="{7CB3546A-4C0D-480F-9ABE-01B604D3934F}" dt="2025-11-17T12:56:32.778" v="2415" actId="164"/>
          <ac:grpSpMkLst>
            <pc:docMk/>
            <pc:sldMk cId="1575853414" sldId="263"/>
            <ac:grpSpMk id="31" creationId="{C8B8FB4E-51A7-5B83-DED8-7A0A73CFE90A}"/>
          </ac:grpSpMkLst>
        </pc:grpChg>
        <pc:grpChg chg="mod">
          <ac:chgData name="Nils Harnischmacher" userId="584cb9187380c029" providerId="LiveId" clId="{7CB3546A-4C0D-480F-9ABE-01B604D3934F}" dt="2025-11-17T12:56:32.778" v="2415" actId="164"/>
          <ac:grpSpMkLst>
            <pc:docMk/>
            <pc:sldMk cId="1575853414" sldId="263"/>
            <ac:grpSpMk id="41" creationId="{318AF91A-BF74-2E04-18CF-56F7727E53F0}"/>
          </ac:grpSpMkLst>
        </pc:grpChg>
        <pc:grpChg chg="mod">
          <ac:chgData name="Nils Harnischmacher" userId="584cb9187380c029" providerId="LiveId" clId="{7CB3546A-4C0D-480F-9ABE-01B604D3934F}" dt="2025-11-17T12:54:09.032" v="2403" actId="164"/>
          <ac:grpSpMkLst>
            <pc:docMk/>
            <pc:sldMk cId="1575853414" sldId="263"/>
            <ac:grpSpMk id="77" creationId="{186AE495-9FED-9BEF-CACC-B565DCB129B4}"/>
          </ac:grpSpMkLst>
        </pc:grpChg>
        <pc:cxnChg chg="add del mod">
          <ac:chgData name="Nils Harnischmacher" userId="584cb9187380c029" providerId="LiveId" clId="{7CB3546A-4C0D-480F-9ABE-01B604D3934F}" dt="2025-11-17T12:57:52.240" v="2416" actId="478"/>
          <ac:cxnSpMkLst>
            <pc:docMk/>
            <pc:sldMk cId="1575853414" sldId="263"/>
            <ac:cxnSpMk id="8" creationId="{BC5AA1A9-5678-E9F5-DDB4-D225E94CE19D}"/>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944A-8DCE-3179-D0CA-4A0BDD76A6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D16A42D3-1DA6-B68D-8311-10ABF4B39B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9F9548BD-4E0F-3C0C-DBDB-2BF28E05F5DB}"/>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3D5B1698-86E5-6C4E-4E20-9BF11F318F96}"/>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4FC37653-2C95-FA46-508B-03F585D1E6A4}"/>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4074365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24B1-99EC-0C4A-1D9D-46B3F4A38848}"/>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4823324B-A97E-4A9E-9242-E16C882A6C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E3E024C-2949-AB04-07EB-DB41DAFA84D4}"/>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23EA0A9B-B7E9-5A6C-55A8-539295F245B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6F6B7ECC-BF50-C97D-0ACA-F5D9D4639536}"/>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2442219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F918E-2595-2CFF-C194-6579301C7C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09740C4B-C727-A9DD-EE0C-6C327C4E77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64B550-B5FA-BD78-9E11-4C7F79147886}"/>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531FF7F0-7B1F-5C32-5014-367288532E84}"/>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6ACDB49-8B8C-C223-DC55-46C7F0326EC5}"/>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176595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3755F-AA0A-EE74-F8C5-0242457736BC}"/>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8AE3E6D6-1D00-3599-661F-C5AA2A02F3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CEDD1C9F-1CF1-34B0-6F1A-6BE42FD8D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45A7D49B-E9BE-2977-D18F-834E76103C45}"/>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6" name="Footer Placeholder 5">
            <a:extLst>
              <a:ext uri="{FF2B5EF4-FFF2-40B4-BE49-F238E27FC236}">
                <a16:creationId xmlns:a16="http://schemas.microsoft.com/office/drawing/2014/main" id="{D153879D-09FA-8DE9-0D30-9A229CEEC412}"/>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2F671BD7-BFD7-FEFB-AF39-8F1176903AAD}"/>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333125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416C-0337-16BE-AEE0-3CAC2B4B46FD}"/>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1E36DC68-CD6B-1132-AA93-ECFF0DC299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E83EF1-DE7A-B571-FA66-AB1E9582B2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17CDAFE5-059C-9623-D92A-3FFBBF3E7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CCD7B2-E848-C7DF-2276-2FD2B3AAA8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FB38B104-28B7-BDDE-2798-40BC1291F92D}"/>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8" name="Footer Placeholder 7">
            <a:extLst>
              <a:ext uri="{FF2B5EF4-FFF2-40B4-BE49-F238E27FC236}">
                <a16:creationId xmlns:a16="http://schemas.microsoft.com/office/drawing/2014/main" id="{A3C7A8F9-41D3-2D00-C7B7-1847196DCDF3}"/>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7A08FD40-449B-4D9A-2EE5-6CF2B1867D1F}"/>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175066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736F-6420-7A3F-38B0-27EEAF587FA9}"/>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F24AA8A9-2845-C32F-E831-F8F91D166B57}"/>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4" name="Footer Placeholder 3">
            <a:extLst>
              <a:ext uri="{FF2B5EF4-FFF2-40B4-BE49-F238E27FC236}">
                <a16:creationId xmlns:a16="http://schemas.microsoft.com/office/drawing/2014/main" id="{59779BAE-D2CE-67B8-B508-A3DC1A492162}"/>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1F8E7B8D-9E39-5A33-3582-46A491734561}"/>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932116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831B8A-2CBB-1E29-F158-04F4DBBBDD05}"/>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3" name="Footer Placeholder 2">
            <a:extLst>
              <a:ext uri="{FF2B5EF4-FFF2-40B4-BE49-F238E27FC236}">
                <a16:creationId xmlns:a16="http://schemas.microsoft.com/office/drawing/2014/main" id="{8EA72A85-1652-FA79-7EF7-659CCE566FEE}"/>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5447EC7F-DB7B-22AC-6B9F-C5075352D65B}"/>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98751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E951-3C84-E56B-586A-4AA063C84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176CAB69-E532-92CD-AA89-557403E2A5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1D1E1CFD-9DAE-CFCC-74A0-FABC7D1CC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0A74D7-0278-FE3F-9DB7-FB6C22881173}"/>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6" name="Footer Placeholder 5">
            <a:extLst>
              <a:ext uri="{FF2B5EF4-FFF2-40B4-BE49-F238E27FC236}">
                <a16:creationId xmlns:a16="http://schemas.microsoft.com/office/drawing/2014/main" id="{0586CDFC-BB4C-C31B-D3FE-2BA5EA9609CF}"/>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F3C697B1-441C-64A7-7320-C038D0C4391D}"/>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420494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3EA20-E2FC-E8ED-9CA3-B431B32BD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E2E8A4C4-32FB-0C82-1197-059584B40E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1257B04D-764B-3B4B-5851-793D264C4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5DFFE6-7F37-0EE8-DA3E-7946EEDD5006}"/>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6" name="Footer Placeholder 5">
            <a:extLst>
              <a:ext uri="{FF2B5EF4-FFF2-40B4-BE49-F238E27FC236}">
                <a16:creationId xmlns:a16="http://schemas.microsoft.com/office/drawing/2014/main" id="{037B2600-D71B-5644-EAE9-025F5D9E27BB}"/>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77EA3CDA-6D0B-A417-6FE2-67C660640186}"/>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2435819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12EE-89D8-F118-D103-32BB17E1BE0C}"/>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77EF1F9-39D4-5BBB-F827-BAC00EA9A0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FEDBFE5-3705-397E-66F0-BF5899BE2F5C}"/>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4656F65E-1D16-A611-009B-CDE599FA1D7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78F343D-C742-11DD-DE66-ED88F6433229}"/>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76245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51AF2B-0FE7-ED38-0543-9D0928B6F5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2979A117-76C8-AD2E-E110-3B2D647816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C6AB774-8D46-9906-AD9A-E3501C0D3A4C}"/>
              </a:ext>
            </a:extLst>
          </p:cNvPr>
          <p:cNvSpPr>
            <a:spLocks noGrp="1"/>
          </p:cNvSpPr>
          <p:nvPr>
            <p:ph type="dt" sz="half" idx="10"/>
          </p:nvPr>
        </p:nvSpPr>
        <p:spPr/>
        <p:txBody>
          <a:body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A6563BB3-5F08-56D5-D3F7-56D6BB05F234}"/>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1291A965-7C72-D18D-86E8-E7E7857F4B79}"/>
              </a:ext>
            </a:extLst>
          </p:cNvPr>
          <p:cNvSpPr>
            <a:spLocks noGrp="1"/>
          </p:cNvSpPr>
          <p:nvPr>
            <p:ph type="sldNum" sz="quarter" idx="12"/>
          </p:nvPr>
        </p:nvSpPr>
        <p:spPr/>
        <p:txBody>
          <a:bodyPr/>
          <a:lstStyle/>
          <a:p>
            <a:fld id="{9E2782E3-6AE4-4909-BA51-E2D6F2711F1F}" type="slidenum">
              <a:rPr lang="de-DE" smtClean="0"/>
              <a:t>‹#›</a:t>
            </a:fld>
            <a:endParaRPr lang="de-DE"/>
          </a:p>
        </p:txBody>
      </p:sp>
    </p:spTree>
    <p:extLst>
      <p:ext uri="{BB962C8B-B14F-4D97-AF65-F5344CB8AC3E}">
        <p14:creationId xmlns:p14="http://schemas.microsoft.com/office/powerpoint/2010/main" val="3391679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763B46-F136-2FC0-3C78-21D46666C3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9AAE4D4B-BA40-A286-F8AF-F0DE4EF61D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E861E09-9372-57E1-9CA7-3A568D7C4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24BCF0-55E5-434A-996A-19ED26191260}" type="datetimeFigureOut">
              <a:rPr lang="de-DE" smtClean="0"/>
              <a:t>25.02.26</a:t>
            </a:fld>
            <a:endParaRPr lang="de-DE"/>
          </a:p>
        </p:txBody>
      </p:sp>
      <p:sp>
        <p:nvSpPr>
          <p:cNvPr id="5" name="Footer Placeholder 4">
            <a:extLst>
              <a:ext uri="{FF2B5EF4-FFF2-40B4-BE49-F238E27FC236}">
                <a16:creationId xmlns:a16="http://schemas.microsoft.com/office/drawing/2014/main" id="{5CA762A9-DCE0-E188-8F68-0AD4429EF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91E00A07-B888-0701-74BC-E0EE3C8A79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2782E3-6AE4-4909-BA51-E2D6F2711F1F}" type="slidenum">
              <a:rPr lang="de-DE" smtClean="0"/>
              <a:t>‹#›</a:t>
            </a:fld>
            <a:endParaRPr lang="de-DE"/>
          </a:p>
        </p:txBody>
      </p:sp>
    </p:spTree>
    <p:extLst>
      <p:ext uri="{BB962C8B-B14F-4D97-AF65-F5344CB8AC3E}">
        <p14:creationId xmlns:p14="http://schemas.microsoft.com/office/powerpoint/2010/main" val="3504764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3660105-DF1C-9AA0-86A2-CBBE03229688}"/>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AF511569-E9CF-6F57-A815-157E03F1C63B}"/>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B2EBAAC9-28DE-1F75-7816-0C2F31A41651}"/>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27BBFBA3-4576-C681-9676-9CAB345FFB66}"/>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E33B7E06-FBBA-7A11-DE0D-5A2F88470F89}"/>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USP</a:t>
              </a:r>
            </a:p>
            <a:p>
              <a:endParaRPr lang="de-DE" sz="4800" dirty="0">
                <a:solidFill>
                  <a:schemeClr val="bg1"/>
                </a:solidFill>
              </a:endParaRPr>
            </a:p>
          </p:txBody>
        </p:sp>
        <p:sp>
          <p:nvSpPr>
            <p:cNvPr id="8" name="TextBox 7">
              <a:extLst>
                <a:ext uri="{FF2B5EF4-FFF2-40B4-BE49-F238E27FC236}">
                  <a16:creationId xmlns:a16="http://schemas.microsoft.com/office/drawing/2014/main" id="{96C58FBD-0E3F-5944-9208-C96C03436292}"/>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DD9DC2CE-51C4-B06F-EDD9-D74734C5B600}"/>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201566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C27B0-A9D0-854B-61AA-296859EABFD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01BBCFB-8D32-546D-7D92-7AD3A3A1AF6A}"/>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40234FEF-DCC0-6503-536E-4CA6A76B579F}"/>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C681E34B-F587-21D8-870F-077989B2185C}"/>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1BC7CA5F-433A-BC80-26D7-A4A3910AA91A}"/>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413BED95-888B-4875-EEF6-5C5128E21F17}"/>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GSP</a:t>
              </a:r>
            </a:p>
            <a:p>
              <a:endParaRPr lang="de-DE" sz="4800" dirty="0">
                <a:solidFill>
                  <a:schemeClr val="bg1"/>
                </a:solidFill>
              </a:endParaRPr>
            </a:p>
          </p:txBody>
        </p:sp>
        <p:sp>
          <p:nvSpPr>
            <p:cNvPr id="8" name="TextBox 7">
              <a:extLst>
                <a:ext uri="{FF2B5EF4-FFF2-40B4-BE49-F238E27FC236}">
                  <a16:creationId xmlns:a16="http://schemas.microsoft.com/office/drawing/2014/main" id="{DB33D936-BFDA-5733-4254-26FF12B9FA2F}"/>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CB4D3FBC-3A8F-0D04-8A62-01890A4640C9}"/>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812126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AB5B2-CFD8-63CA-C7A6-EB75C563A9F3}"/>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C46D2E8-15B6-07D0-A5E7-479BC035697D}"/>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B73BBFDE-1089-E0F7-4432-F75E4F1158C1}"/>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2310FF33-1E42-FEA6-3376-986B65F38FC9}"/>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2462BCF6-AB8E-13CC-C1B5-F213B27B0338}"/>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7D2BF7FA-7FF2-994F-CB67-5068A60C9C45}"/>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FSP</a:t>
              </a:r>
            </a:p>
            <a:p>
              <a:endParaRPr lang="de-DE" sz="4800" dirty="0">
                <a:solidFill>
                  <a:schemeClr val="bg1"/>
                </a:solidFill>
              </a:endParaRPr>
            </a:p>
          </p:txBody>
        </p:sp>
        <p:sp>
          <p:nvSpPr>
            <p:cNvPr id="8" name="TextBox 7">
              <a:extLst>
                <a:ext uri="{FF2B5EF4-FFF2-40B4-BE49-F238E27FC236}">
                  <a16:creationId xmlns:a16="http://schemas.microsoft.com/office/drawing/2014/main" id="{2EF09FBB-82AB-3D8A-87C9-5B905E2FA90D}"/>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7742C481-4005-38AE-C3B4-5B401B1C26C4}"/>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049584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5DE2-B9E3-B26E-0314-EB81293ECD9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89668E8-1EBF-E283-B866-9D7B547DD7AE}"/>
              </a:ext>
            </a:extLst>
          </p:cNvPr>
          <p:cNvGrpSpPr/>
          <p:nvPr/>
        </p:nvGrpSpPr>
        <p:grpSpPr>
          <a:xfrm>
            <a:off x="324525" y="80200"/>
            <a:ext cx="10800000" cy="7292827"/>
            <a:chOff x="696000" y="-92827"/>
            <a:chExt cx="10800000" cy="7292827"/>
          </a:xfrm>
        </p:grpSpPr>
        <p:sp>
          <p:nvSpPr>
            <p:cNvPr id="5" name="Rectangle 4">
              <a:extLst>
                <a:ext uri="{FF2B5EF4-FFF2-40B4-BE49-F238E27FC236}">
                  <a16:creationId xmlns:a16="http://schemas.microsoft.com/office/drawing/2014/main" id="{9EB07A72-531A-C90E-AF2C-9A96BF059782}"/>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90DDEF92-CAC6-D1FE-167A-6684539C1C91}"/>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123E6D8A-73A3-4BBD-4D6A-09E48B30EA54}"/>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8577FFE5-E834-DCAC-ABE7-84A7BAAAEA12}"/>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KSP</a:t>
              </a:r>
            </a:p>
            <a:p>
              <a:endParaRPr lang="de-DE" sz="4800" dirty="0">
                <a:solidFill>
                  <a:schemeClr val="bg1"/>
                </a:solidFill>
              </a:endParaRPr>
            </a:p>
          </p:txBody>
        </p:sp>
        <p:sp>
          <p:nvSpPr>
            <p:cNvPr id="8" name="TextBox 7">
              <a:extLst>
                <a:ext uri="{FF2B5EF4-FFF2-40B4-BE49-F238E27FC236}">
                  <a16:creationId xmlns:a16="http://schemas.microsoft.com/office/drawing/2014/main" id="{D22E3BCB-587D-6A63-6D42-409BE0EAAD10}"/>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53B41CE1-0DC0-CD77-4CC2-D6C7686A433B}"/>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564600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7B1D5-5DBC-27F7-92FF-D3E73C56AE2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BAC85D4-C51B-ACB1-9F8F-06E39D25E8C0}"/>
              </a:ext>
            </a:extLst>
          </p:cNvPr>
          <p:cNvGrpSpPr/>
          <p:nvPr/>
        </p:nvGrpSpPr>
        <p:grpSpPr>
          <a:xfrm>
            <a:off x="324525" y="80200"/>
            <a:ext cx="10800000" cy="7292827"/>
            <a:chOff x="696000" y="-92827"/>
            <a:chExt cx="10800000" cy="7292827"/>
          </a:xfrm>
        </p:grpSpPr>
        <p:sp>
          <p:nvSpPr>
            <p:cNvPr id="5" name="Rectangle 4">
              <a:extLst>
                <a:ext uri="{FF2B5EF4-FFF2-40B4-BE49-F238E27FC236}">
                  <a16:creationId xmlns:a16="http://schemas.microsoft.com/office/drawing/2014/main" id="{92E6D6A2-F9E2-7046-4C00-53CAE21F87F9}"/>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864C35A0-335D-9A6E-3BC6-0A1F8142991F}"/>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1E01E9F6-41AD-B29B-F14C-40B2F09F7416}"/>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DEDB1218-C981-FECC-ACFD-6D53C50DB659}"/>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QSP</a:t>
              </a:r>
            </a:p>
            <a:p>
              <a:endParaRPr lang="de-DE" sz="4800" dirty="0">
                <a:solidFill>
                  <a:schemeClr val="bg1"/>
                </a:solidFill>
              </a:endParaRPr>
            </a:p>
          </p:txBody>
        </p:sp>
        <p:sp>
          <p:nvSpPr>
            <p:cNvPr id="8" name="TextBox 7">
              <a:extLst>
                <a:ext uri="{FF2B5EF4-FFF2-40B4-BE49-F238E27FC236}">
                  <a16:creationId xmlns:a16="http://schemas.microsoft.com/office/drawing/2014/main" id="{34BEFD08-77FD-A5C3-D36B-0EDE0580382D}"/>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F21AFFF8-FDB0-F6C7-60F4-6A618EE03989}"/>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531855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3B152-8554-C354-5695-8596E054113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DF90D34-7F12-109F-A59B-30B63B055118}"/>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9391F511-991C-A131-B35A-030BCDAEACB0}"/>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E9AADB56-2EC4-84E0-BE83-0828020EB18F}"/>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560D963A-03E0-901D-97A1-B48C2F8ADC1C}"/>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B59AFB72-B100-7C86-A29A-05BE254C5DD8}"/>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DSP</a:t>
              </a:r>
            </a:p>
            <a:p>
              <a:endParaRPr lang="de-DE" sz="4800" dirty="0">
                <a:solidFill>
                  <a:schemeClr val="bg1"/>
                </a:solidFill>
              </a:endParaRPr>
            </a:p>
          </p:txBody>
        </p:sp>
        <p:sp>
          <p:nvSpPr>
            <p:cNvPr id="8" name="TextBox 7">
              <a:extLst>
                <a:ext uri="{FF2B5EF4-FFF2-40B4-BE49-F238E27FC236}">
                  <a16:creationId xmlns:a16="http://schemas.microsoft.com/office/drawing/2014/main" id="{BA01EAB7-A90E-F29C-0CDB-35911D8F36BD}"/>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04DB1655-2ECA-CF5B-519B-254599064DB2}"/>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2973083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324A7-FBB6-3E35-FAE2-6021979F585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FBF6C60-7BAC-816D-0DAE-95501E20C08D}"/>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7316857D-04C3-DE5A-219C-3855DD58535F}"/>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ECF989F2-700D-D7D1-F185-D7A5D4AAB8A0}"/>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F9AF7556-87BA-1E5C-F85C-558CA3220461}"/>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9B7BD573-EEC1-C82D-8EEA-89D0D8FA35A9}"/>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LSP</a:t>
              </a:r>
            </a:p>
            <a:p>
              <a:endParaRPr lang="de-DE" sz="4800" dirty="0">
                <a:solidFill>
                  <a:schemeClr val="bg1"/>
                </a:solidFill>
              </a:endParaRPr>
            </a:p>
          </p:txBody>
        </p:sp>
        <p:sp>
          <p:nvSpPr>
            <p:cNvPr id="8" name="TextBox 7">
              <a:extLst>
                <a:ext uri="{FF2B5EF4-FFF2-40B4-BE49-F238E27FC236}">
                  <a16:creationId xmlns:a16="http://schemas.microsoft.com/office/drawing/2014/main" id="{A88DCB93-A5B0-D56F-F582-450157C0FC26}"/>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2FB8807F-6EA3-CD14-12AF-E6226869AFD1}"/>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406976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BD34A-3810-B8D4-6F6C-50130EBC84C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9908FA8-633A-67D8-AE69-386EBEAF5FD6}"/>
              </a:ext>
            </a:extLst>
          </p:cNvPr>
          <p:cNvGrpSpPr/>
          <p:nvPr/>
        </p:nvGrpSpPr>
        <p:grpSpPr>
          <a:xfrm>
            <a:off x="324525" y="80200"/>
            <a:ext cx="10800000" cy="7292827"/>
            <a:chOff x="696000" y="-92827"/>
            <a:chExt cx="10800000" cy="7292827"/>
          </a:xfrm>
        </p:grpSpPr>
        <p:sp>
          <p:nvSpPr>
            <p:cNvPr id="5" name="Rectangle 4">
              <a:extLst>
                <a:ext uri="{FF2B5EF4-FFF2-40B4-BE49-F238E27FC236}">
                  <a16:creationId xmlns:a16="http://schemas.microsoft.com/office/drawing/2014/main" id="{34FF8DFE-3CD4-08E7-C6F7-F16F78993187}"/>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55A2EDD0-5371-3944-8D3B-4D0F5A55D5DE}"/>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D45FA9E6-1277-396D-AFD4-78BEB812DCDE}"/>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1F0145D9-AB52-12C4-BFB3-CD4B6F161BBB}"/>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CSP</a:t>
              </a:r>
            </a:p>
            <a:p>
              <a:endParaRPr lang="de-DE" sz="4800" dirty="0">
                <a:solidFill>
                  <a:schemeClr val="bg1"/>
                </a:solidFill>
              </a:endParaRPr>
            </a:p>
          </p:txBody>
        </p:sp>
        <p:sp>
          <p:nvSpPr>
            <p:cNvPr id="8" name="TextBox 7">
              <a:extLst>
                <a:ext uri="{FF2B5EF4-FFF2-40B4-BE49-F238E27FC236}">
                  <a16:creationId xmlns:a16="http://schemas.microsoft.com/office/drawing/2014/main" id="{A7D2B550-23C8-E14B-18AB-24E50CE66C1F}"/>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C55BF83B-DA09-51D2-6C96-DCF528FBBBF7}"/>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2697278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950E0-5CBF-436C-C122-C4EEB05135B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B8D3ACB-2508-3404-D0B8-1BDFC7E72C98}"/>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F7ECEFFB-8E02-21E6-0A58-34ED419BE215}"/>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63A9623A-2360-D2B3-5AB5-2647265F044B}"/>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1BDB181F-F289-E04A-648E-E0763BC301D8}"/>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526E1AB5-EFFE-4DAD-E6E7-CE04BFAB6269}"/>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a:t>
              </a:r>
              <a:r>
                <a:rPr lang="de-DE" sz="4800" dirty="0" err="1">
                  <a:solidFill>
                    <a:schemeClr val="bg1"/>
                  </a:solidFill>
                </a:rPr>
                <a:t>iSP</a:t>
              </a:r>
              <a:endParaRPr lang="de-DE" sz="4800" dirty="0">
                <a:solidFill>
                  <a:schemeClr val="bg1"/>
                </a:solidFill>
              </a:endParaRPr>
            </a:p>
            <a:p>
              <a:endParaRPr lang="de-DE" sz="4800" dirty="0">
                <a:solidFill>
                  <a:schemeClr val="bg1"/>
                </a:solidFill>
              </a:endParaRPr>
            </a:p>
          </p:txBody>
        </p:sp>
        <p:sp>
          <p:nvSpPr>
            <p:cNvPr id="8" name="TextBox 7">
              <a:extLst>
                <a:ext uri="{FF2B5EF4-FFF2-40B4-BE49-F238E27FC236}">
                  <a16:creationId xmlns:a16="http://schemas.microsoft.com/office/drawing/2014/main" id="{25BF0626-B7A9-68AD-B2D4-1554C323F11A}"/>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D9CA0DA9-89CB-E659-8D0D-BDB58CF7CA62}"/>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399301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BCA08-7870-2918-03F7-D3E8A87BB50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BB66289-020F-30E7-58CD-2082ADD135A7}"/>
              </a:ext>
            </a:extLst>
          </p:cNvPr>
          <p:cNvGrpSpPr/>
          <p:nvPr/>
        </p:nvGrpSpPr>
        <p:grpSpPr>
          <a:xfrm>
            <a:off x="324525" y="243702"/>
            <a:ext cx="10800000" cy="7292827"/>
            <a:chOff x="696000" y="-92827"/>
            <a:chExt cx="10800000" cy="7292827"/>
          </a:xfrm>
        </p:grpSpPr>
        <p:sp>
          <p:nvSpPr>
            <p:cNvPr id="5" name="Rectangle 4">
              <a:extLst>
                <a:ext uri="{FF2B5EF4-FFF2-40B4-BE49-F238E27FC236}">
                  <a16:creationId xmlns:a16="http://schemas.microsoft.com/office/drawing/2014/main" id="{8BAC89F2-9AE8-42C4-F29B-BC224B21C5AC}"/>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4891B37C-65DF-DBE5-1CD8-094E29B5D45F}"/>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B7ABB827-8642-4A3C-F2F3-D462D510B66A}"/>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51CBA1CF-26FD-9346-78E3-DB62579B6EDC}"/>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YSP</a:t>
              </a:r>
            </a:p>
            <a:p>
              <a:endParaRPr lang="de-DE" sz="4800" dirty="0">
                <a:solidFill>
                  <a:schemeClr val="bg1"/>
                </a:solidFill>
              </a:endParaRPr>
            </a:p>
          </p:txBody>
        </p:sp>
        <p:sp>
          <p:nvSpPr>
            <p:cNvPr id="8" name="TextBox 7">
              <a:extLst>
                <a:ext uri="{FF2B5EF4-FFF2-40B4-BE49-F238E27FC236}">
                  <a16:creationId xmlns:a16="http://schemas.microsoft.com/office/drawing/2014/main" id="{E2141FCE-CB80-41CF-CD6A-C3486FB84CE0}"/>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8B501B57-3C15-7913-8DAA-711944F38DED}"/>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4153786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4488-B9E9-A924-14C9-03969F75360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9BC8184-1F93-9DDB-4000-D8D222AC8BDD}"/>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70FDAF00-F88A-D6F9-1D18-6266A03D697E}"/>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BB001FDE-1C4E-AC7D-DD42-1CF2DA0754A3}"/>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B9102B29-B38F-474A-0143-B1B7693F51BD}"/>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406B2018-A753-3FC1-FB20-21A90DB3DBC1}"/>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ZSP</a:t>
              </a:r>
            </a:p>
            <a:p>
              <a:endParaRPr lang="de-DE" sz="4800" dirty="0">
                <a:solidFill>
                  <a:schemeClr val="bg1"/>
                </a:solidFill>
              </a:endParaRPr>
            </a:p>
          </p:txBody>
        </p:sp>
        <p:sp>
          <p:nvSpPr>
            <p:cNvPr id="8" name="TextBox 7">
              <a:extLst>
                <a:ext uri="{FF2B5EF4-FFF2-40B4-BE49-F238E27FC236}">
                  <a16:creationId xmlns:a16="http://schemas.microsoft.com/office/drawing/2014/main" id="{185010AF-4DC2-5BC0-66DB-D67A691CD505}"/>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F11FF051-EC8B-4667-E821-EBDE98F9AC1A}"/>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120841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E1086-901D-83CA-E3FB-FC6B556D366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13C8175B-E3F2-1D2A-94B7-C187AFB3A028}"/>
              </a:ext>
            </a:extLst>
          </p:cNvPr>
          <p:cNvGrpSpPr/>
          <p:nvPr/>
        </p:nvGrpSpPr>
        <p:grpSpPr>
          <a:xfrm>
            <a:off x="324525" y="80200"/>
            <a:ext cx="10800000" cy="7292827"/>
            <a:chOff x="696000" y="-92827"/>
            <a:chExt cx="10800000" cy="7292827"/>
          </a:xfrm>
        </p:grpSpPr>
        <p:sp>
          <p:nvSpPr>
            <p:cNvPr id="5" name="Rectangle 4">
              <a:extLst>
                <a:ext uri="{FF2B5EF4-FFF2-40B4-BE49-F238E27FC236}">
                  <a16:creationId xmlns:a16="http://schemas.microsoft.com/office/drawing/2014/main" id="{A582E657-A663-8A28-4E17-5898BEF4CB4F}"/>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94E20CCE-6AC6-EC19-1F5C-76DE2BCDA10B}"/>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3132F98A-49BC-2C36-48BB-84390F41B0BA}"/>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699F6C0C-0A90-BF91-26B0-4522C4790472}"/>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VSP</a:t>
              </a:r>
            </a:p>
            <a:p>
              <a:endParaRPr lang="de-DE" sz="4800" dirty="0">
                <a:solidFill>
                  <a:schemeClr val="bg1"/>
                </a:solidFill>
              </a:endParaRPr>
            </a:p>
          </p:txBody>
        </p:sp>
        <p:sp>
          <p:nvSpPr>
            <p:cNvPr id="8" name="TextBox 7">
              <a:extLst>
                <a:ext uri="{FF2B5EF4-FFF2-40B4-BE49-F238E27FC236}">
                  <a16:creationId xmlns:a16="http://schemas.microsoft.com/office/drawing/2014/main" id="{E80886D5-D582-7FA8-06BD-38BC77591A90}"/>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B6B1B2BE-AF88-2394-96BC-D565D884BEE2}"/>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209749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1216C-B875-B21F-D6F3-1362F4C33F7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FDBCD62-89CF-BEFE-FF77-6CB8475B8AF0}"/>
              </a:ext>
            </a:extLst>
          </p:cNvPr>
          <p:cNvGrpSpPr/>
          <p:nvPr/>
        </p:nvGrpSpPr>
        <p:grpSpPr>
          <a:xfrm>
            <a:off x="324525" y="-83302"/>
            <a:ext cx="10800000" cy="7292827"/>
            <a:chOff x="696000" y="-92827"/>
            <a:chExt cx="10800000" cy="7292827"/>
          </a:xfrm>
        </p:grpSpPr>
        <p:sp>
          <p:nvSpPr>
            <p:cNvPr id="5" name="Rectangle 4">
              <a:extLst>
                <a:ext uri="{FF2B5EF4-FFF2-40B4-BE49-F238E27FC236}">
                  <a16:creationId xmlns:a16="http://schemas.microsoft.com/office/drawing/2014/main" id="{E09CA240-2E4A-0673-4A9C-C56C35C14568}"/>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6375753A-A563-CC44-904D-865E7DEE0A76}"/>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6C37BD9F-FB1B-13E1-29D1-5A660005512C}"/>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E1F1FA9C-FB85-38E9-506F-C9B53D174F09}"/>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XSP</a:t>
              </a:r>
            </a:p>
            <a:p>
              <a:endParaRPr lang="de-DE" sz="4800" dirty="0">
                <a:solidFill>
                  <a:schemeClr val="bg1"/>
                </a:solidFill>
              </a:endParaRPr>
            </a:p>
          </p:txBody>
        </p:sp>
        <p:sp>
          <p:nvSpPr>
            <p:cNvPr id="8" name="TextBox 7">
              <a:extLst>
                <a:ext uri="{FF2B5EF4-FFF2-40B4-BE49-F238E27FC236}">
                  <a16:creationId xmlns:a16="http://schemas.microsoft.com/office/drawing/2014/main" id="{D3577FD8-87C0-A9F0-633A-8FC8C3BB17A9}"/>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D6714956-B113-B5CD-D68E-8A47BA09CF4E}"/>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710430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D43CE-D323-08E5-C080-CB66BE93F950}"/>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15A5B34D-6C0D-8A42-D740-5E01C5B4A1E2}"/>
              </a:ext>
            </a:extLst>
          </p:cNvPr>
          <p:cNvGrpSpPr/>
          <p:nvPr/>
        </p:nvGrpSpPr>
        <p:grpSpPr>
          <a:xfrm>
            <a:off x="324525" y="80200"/>
            <a:ext cx="10800000" cy="7292827"/>
            <a:chOff x="696000" y="-92827"/>
            <a:chExt cx="10800000" cy="7292827"/>
          </a:xfrm>
        </p:grpSpPr>
        <p:sp>
          <p:nvSpPr>
            <p:cNvPr id="5" name="Rectangle 4">
              <a:extLst>
                <a:ext uri="{FF2B5EF4-FFF2-40B4-BE49-F238E27FC236}">
                  <a16:creationId xmlns:a16="http://schemas.microsoft.com/office/drawing/2014/main" id="{F9AF2973-6CAD-4CC4-01F0-A337669BA391}"/>
                </a:ext>
              </a:extLst>
            </p:cNvPr>
            <p:cNvSpPr/>
            <p:nvPr/>
          </p:nvSpPr>
          <p:spPr>
            <a:xfrm>
              <a:off x="696000" y="0"/>
              <a:ext cx="10800000" cy="720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6D13F846-047C-F559-D8B4-1472B8412947}"/>
                </a:ext>
              </a:extLst>
            </p:cNvPr>
            <p:cNvSpPr/>
            <p:nvPr/>
          </p:nvSpPr>
          <p:spPr>
            <a:xfrm>
              <a:off x="699476" y="-1"/>
              <a:ext cx="5400000" cy="1800000"/>
            </a:xfrm>
            <a:prstGeom prst="rect">
              <a:avLst/>
            </a:prstGeom>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 name="Rectangle 5">
              <a:extLst>
                <a:ext uri="{FF2B5EF4-FFF2-40B4-BE49-F238E27FC236}">
                  <a16:creationId xmlns:a16="http://schemas.microsoft.com/office/drawing/2014/main" id="{D64A602C-0E6B-CD83-2F1C-678B56F1FC1F}"/>
                </a:ext>
              </a:extLst>
            </p:cNvPr>
            <p:cNvSpPr/>
            <p:nvPr/>
          </p:nvSpPr>
          <p:spPr>
            <a:xfrm>
              <a:off x="699476" y="1799999"/>
              <a:ext cx="5400000" cy="1800000"/>
            </a:xfrm>
            <a:prstGeom prst="rect">
              <a:avLst/>
            </a:prstGeom>
            <a:solidFill>
              <a:schemeClr val="bg1">
                <a:lumMod val="9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27D2A1B7-AEBB-AF2D-BC4F-CAE44CD92F6F}"/>
                </a:ext>
              </a:extLst>
            </p:cNvPr>
            <p:cNvSpPr txBox="1"/>
            <p:nvPr/>
          </p:nvSpPr>
          <p:spPr>
            <a:xfrm>
              <a:off x="696000" y="-92827"/>
              <a:ext cx="4799925" cy="2308324"/>
            </a:xfrm>
            <a:prstGeom prst="rect">
              <a:avLst/>
            </a:prstGeom>
            <a:noFill/>
          </p:spPr>
          <p:txBody>
            <a:bodyPr wrap="square" rtlCol="0">
              <a:spAutoFit/>
            </a:bodyPr>
            <a:lstStyle/>
            <a:p>
              <a:r>
                <a:rPr lang="de-DE" sz="4800" dirty="0">
                  <a:solidFill>
                    <a:schemeClr val="bg1"/>
                  </a:solidFill>
                </a:rPr>
                <a:t>LIDOCAINE</a:t>
              </a:r>
            </a:p>
            <a:p>
              <a:r>
                <a:rPr lang="de-DE" sz="4800" dirty="0">
                  <a:solidFill>
                    <a:schemeClr val="bg1"/>
                  </a:solidFill>
                </a:rPr>
                <a:t>INJECTION, MSP</a:t>
              </a:r>
            </a:p>
            <a:p>
              <a:endParaRPr lang="de-DE" sz="4800" dirty="0">
                <a:solidFill>
                  <a:schemeClr val="bg1"/>
                </a:solidFill>
              </a:endParaRPr>
            </a:p>
          </p:txBody>
        </p:sp>
        <p:sp>
          <p:nvSpPr>
            <p:cNvPr id="8" name="TextBox 7">
              <a:extLst>
                <a:ext uri="{FF2B5EF4-FFF2-40B4-BE49-F238E27FC236}">
                  <a16:creationId xmlns:a16="http://schemas.microsoft.com/office/drawing/2014/main" id="{98D379BF-26A5-DAF6-B535-733CDBA8914B}"/>
                </a:ext>
              </a:extLst>
            </p:cNvPr>
            <p:cNvSpPr txBox="1"/>
            <p:nvPr/>
          </p:nvSpPr>
          <p:spPr>
            <a:xfrm>
              <a:off x="819826" y="1384500"/>
              <a:ext cx="4199850" cy="830997"/>
            </a:xfrm>
            <a:prstGeom prst="rect">
              <a:avLst/>
            </a:prstGeom>
            <a:solidFill>
              <a:srgbClr val="FF0000"/>
            </a:solidFill>
          </p:spPr>
          <p:txBody>
            <a:bodyPr wrap="square" rtlCol="0">
              <a:spAutoFit/>
            </a:bodyPr>
            <a:lstStyle/>
            <a:p>
              <a:r>
                <a:rPr lang="de-DE" sz="4800" dirty="0">
                  <a:solidFill>
                    <a:schemeClr val="bg1"/>
                  </a:solidFill>
                </a:rPr>
                <a:t>20 mg/ml</a:t>
              </a:r>
            </a:p>
          </p:txBody>
        </p:sp>
        <p:sp>
          <p:nvSpPr>
            <p:cNvPr id="9" name="TextBox 8">
              <a:extLst>
                <a:ext uri="{FF2B5EF4-FFF2-40B4-BE49-F238E27FC236}">
                  <a16:creationId xmlns:a16="http://schemas.microsoft.com/office/drawing/2014/main" id="{381E2496-CCB4-4787-999C-633BA73BC0C7}"/>
                </a:ext>
              </a:extLst>
            </p:cNvPr>
            <p:cNvSpPr txBox="1"/>
            <p:nvPr/>
          </p:nvSpPr>
          <p:spPr>
            <a:xfrm>
              <a:off x="702953" y="3076779"/>
              <a:ext cx="5399999" cy="523220"/>
            </a:xfrm>
            <a:prstGeom prst="rect">
              <a:avLst/>
            </a:prstGeom>
            <a:noFill/>
          </p:spPr>
          <p:txBody>
            <a:bodyPr wrap="square" rtlCol="0">
              <a:spAutoFit/>
            </a:bodyPr>
            <a:lstStyle/>
            <a:p>
              <a:r>
                <a:rPr lang="de-DE" sz="2800" dirty="0"/>
                <a:t>2mL				</a:t>
              </a:r>
              <a:r>
                <a:rPr lang="de-DE" sz="2800" dirty="0" err="1"/>
                <a:t>Rx-only</a:t>
              </a:r>
              <a:endParaRPr lang="de-DE" sz="2800" dirty="0"/>
            </a:p>
          </p:txBody>
        </p:sp>
      </p:grpSp>
    </p:spTree>
    <p:extLst>
      <p:ext uri="{BB962C8B-B14F-4D97-AF65-F5344CB8AC3E}">
        <p14:creationId xmlns:p14="http://schemas.microsoft.com/office/powerpoint/2010/main" val="1206553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F961C-8D44-5DB7-54C5-18ED1E1F830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AD2A521-AD0D-9D06-9F8B-33D55CA93C58}"/>
              </a:ext>
            </a:extLst>
          </p:cNvPr>
          <p:cNvGrpSpPr/>
          <p:nvPr/>
        </p:nvGrpSpPr>
        <p:grpSpPr>
          <a:xfrm>
            <a:off x="0" y="-430307"/>
            <a:ext cx="12211617" cy="8041341"/>
            <a:chOff x="0" y="-430307"/>
            <a:chExt cx="12211617" cy="8041341"/>
          </a:xfrm>
        </p:grpSpPr>
        <p:sp>
          <p:nvSpPr>
            <p:cNvPr id="2" name="Rectangle 1">
              <a:extLst>
                <a:ext uri="{FF2B5EF4-FFF2-40B4-BE49-F238E27FC236}">
                  <a16:creationId xmlns:a16="http://schemas.microsoft.com/office/drawing/2014/main" id="{C2BEFBAB-A3C7-5B11-E397-D1DD7DEE2B3F}"/>
                </a:ext>
              </a:extLst>
            </p:cNvPr>
            <p:cNvSpPr/>
            <p:nvPr/>
          </p:nvSpPr>
          <p:spPr>
            <a:xfrm>
              <a:off x="19617" y="-430307"/>
              <a:ext cx="12152764" cy="80413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tangle 3">
              <a:extLst>
                <a:ext uri="{FF2B5EF4-FFF2-40B4-BE49-F238E27FC236}">
                  <a16:creationId xmlns:a16="http://schemas.microsoft.com/office/drawing/2014/main" id="{7DF2BA91-1510-019F-0409-185AE63D38D8}"/>
                </a:ext>
              </a:extLst>
            </p:cNvPr>
            <p:cNvSpPr/>
            <p:nvPr/>
          </p:nvSpPr>
          <p:spPr>
            <a:xfrm>
              <a:off x="0" y="-4065"/>
              <a:ext cx="12192000" cy="25552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grpSp>
          <p:nvGrpSpPr>
            <p:cNvPr id="31" name="Group 30">
              <a:extLst>
                <a:ext uri="{FF2B5EF4-FFF2-40B4-BE49-F238E27FC236}">
                  <a16:creationId xmlns:a16="http://schemas.microsoft.com/office/drawing/2014/main" id="{C8B8FB4E-51A7-5B83-DED8-7A0A73CFE90A}"/>
                </a:ext>
              </a:extLst>
            </p:cNvPr>
            <p:cNvGrpSpPr/>
            <p:nvPr/>
          </p:nvGrpSpPr>
          <p:grpSpPr>
            <a:xfrm>
              <a:off x="11438892" y="71338"/>
              <a:ext cx="601332" cy="92015"/>
              <a:chOff x="11438892" y="48478"/>
              <a:chExt cx="601332" cy="92015"/>
            </a:xfrm>
          </p:grpSpPr>
          <p:grpSp>
            <p:nvGrpSpPr>
              <p:cNvPr id="7" name="Group 6">
                <a:extLst>
                  <a:ext uri="{FF2B5EF4-FFF2-40B4-BE49-F238E27FC236}">
                    <a16:creationId xmlns:a16="http://schemas.microsoft.com/office/drawing/2014/main" id="{5A825F57-D8ED-42AA-14B2-701EF44780EC}"/>
                  </a:ext>
                </a:extLst>
              </p:cNvPr>
              <p:cNvGrpSpPr/>
              <p:nvPr/>
            </p:nvGrpSpPr>
            <p:grpSpPr>
              <a:xfrm>
                <a:off x="11704968" y="51546"/>
                <a:ext cx="115559" cy="88947"/>
                <a:chOff x="4130434" y="70596"/>
                <a:chExt cx="220250" cy="197133"/>
              </a:xfrm>
            </p:grpSpPr>
            <p:sp>
              <p:nvSpPr>
                <p:cNvPr id="5" name="Rectangle 4">
                  <a:extLst>
                    <a:ext uri="{FF2B5EF4-FFF2-40B4-BE49-F238E27FC236}">
                      <a16:creationId xmlns:a16="http://schemas.microsoft.com/office/drawing/2014/main" id="{5EBE4CE0-7138-7325-9CAD-9AC1B6F88B62}"/>
                    </a:ext>
                  </a:extLst>
                </p:cNvPr>
                <p:cNvSpPr/>
                <p:nvPr/>
              </p:nvSpPr>
              <p:spPr>
                <a:xfrm>
                  <a:off x="4162426" y="70596"/>
                  <a:ext cx="188258" cy="161366"/>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6" name="Rectangle 5">
                  <a:extLst>
                    <a:ext uri="{FF2B5EF4-FFF2-40B4-BE49-F238E27FC236}">
                      <a16:creationId xmlns:a16="http://schemas.microsoft.com/office/drawing/2014/main" id="{C3F259DD-C58D-DB71-E6EC-22362289E00C}"/>
                    </a:ext>
                  </a:extLst>
                </p:cNvPr>
                <p:cNvSpPr/>
                <p:nvPr/>
              </p:nvSpPr>
              <p:spPr>
                <a:xfrm>
                  <a:off x="4130434" y="106363"/>
                  <a:ext cx="188259" cy="161366"/>
                </a:xfrm>
                <a:prstGeom prst="rect">
                  <a:avLst/>
                </a:prstGeom>
                <a:solidFill>
                  <a:schemeClr val="bg2">
                    <a:lumMod val="50000"/>
                  </a:schemeClr>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grpSp>
          <p:grpSp>
            <p:nvGrpSpPr>
              <p:cNvPr id="30" name="Group 29">
                <a:extLst>
                  <a:ext uri="{FF2B5EF4-FFF2-40B4-BE49-F238E27FC236}">
                    <a16:creationId xmlns:a16="http://schemas.microsoft.com/office/drawing/2014/main" id="{8F688920-37A8-E085-E057-4FC5AC16BA5A}"/>
                  </a:ext>
                </a:extLst>
              </p:cNvPr>
              <p:cNvGrpSpPr/>
              <p:nvPr/>
            </p:nvGrpSpPr>
            <p:grpSpPr>
              <a:xfrm>
                <a:off x="11972303" y="48478"/>
                <a:ext cx="67921" cy="88947"/>
                <a:chOff x="11885954" y="51546"/>
                <a:chExt cx="67921" cy="88947"/>
              </a:xfrm>
            </p:grpSpPr>
            <p:cxnSp>
              <p:nvCxnSpPr>
                <p:cNvPr id="19" name="Straight Connector 18">
                  <a:extLst>
                    <a:ext uri="{FF2B5EF4-FFF2-40B4-BE49-F238E27FC236}">
                      <a16:creationId xmlns:a16="http://schemas.microsoft.com/office/drawing/2014/main" id="{6EE5300E-BAE3-D6C9-9F5A-B8B8ED78FC86}"/>
                    </a:ext>
                  </a:extLst>
                </p:cNvPr>
                <p:cNvCxnSpPr>
                  <a:cxnSpLocks/>
                </p:cNvCxnSpPr>
                <p:nvPr/>
              </p:nvCxnSpPr>
              <p:spPr>
                <a:xfrm>
                  <a:off x="11885954" y="51546"/>
                  <a:ext cx="67921" cy="88947"/>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09B7973-170F-1940-E6C0-4458064CE3B7}"/>
                    </a:ext>
                  </a:extLst>
                </p:cNvPr>
                <p:cNvCxnSpPr>
                  <a:cxnSpLocks/>
                </p:cNvCxnSpPr>
                <p:nvPr/>
              </p:nvCxnSpPr>
              <p:spPr>
                <a:xfrm flipH="1">
                  <a:off x="11885954" y="51546"/>
                  <a:ext cx="67921" cy="88947"/>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cxnSp>
            <p:nvCxnSpPr>
              <p:cNvPr id="28" name="Straight Connector 27">
                <a:extLst>
                  <a:ext uri="{FF2B5EF4-FFF2-40B4-BE49-F238E27FC236}">
                    <a16:creationId xmlns:a16="http://schemas.microsoft.com/office/drawing/2014/main" id="{A1FFFA55-B00F-34A2-BDC4-42924232F440}"/>
                  </a:ext>
                </a:extLst>
              </p:cNvPr>
              <p:cNvCxnSpPr>
                <a:cxnSpLocks/>
              </p:cNvCxnSpPr>
              <p:nvPr/>
            </p:nvCxnSpPr>
            <p:spPr>
              <a:xfrm>
                <a:off x="11438892" y="130178"/>
                <a:ext cx="114300" cy="185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318AF91A-BF74-2E04-18CF-56F7727E53F0}"/>
                </a:ext>
              </a:extLst>
            </p:cNvPr>
            <p:cNvGrpSpPr/>
            <p:nvPr/>
          </p:nvGrpSpPr>
          <p:grpSpPr>
            <a:xfrm>
              <a:off x="0" y="280422"/>
              <a:ext cx="12192000" cy="585405"/>
              <a:chOff x="0" y="261372"/>
              <a:chExt cx="12192000" cy="261517"/>
            </a:xfrm>
          </p:grpSpPr>
          <p:sp>
            <p:nvSpPr>
              <p:cNvPr id="33" name="Rectangle: Rounded Corners 32">
                <a:extLst>
                  <a:ext uri="{FF2B5EF4-FFF2-40B4-BE49-F238E27FC236}">
                    <a16:creationId xmlns:a16="http://schemas.microsoft.com/office/drawing/2014/main" id="{3E6D23A2-F093-AC08-8215-1F6F01FC069C}"/>
                  </a:ext>
                </a:extLst>
              </p:cNvPr>
              <p:cNvSpPr/>
              <p:nvPr/>
            </p:nvSpPr>
            <p:spPr>
              <a:xfrm>
                <a:off x="83371" y="261372"/>
                <a:ext cx="954241"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Home</a:t>
                </a:r>
              </a:p>
            </p:txBody>
          </p:sp>
          <p:sp>
            <p:nvSpPr>
              <p:cNvPr id="34" name="Rectangle: Rounded Corners 33">
                <a:extLst>
                  <a:ext uri="{FF2B5EF4-FFF2-40B4-BE49-F238E27FC236}">
                    <a16:creationId xmlns:a16="http://schemas.microsoft.com/office/drawing/2014/main" id="{A9794EAF-E95E-24DC-E27E-BCF5EB223714}"/>
                  </a:ext>
                </a:extLst>
              </p:cNvPr>
              <p:cNvSpPr/>
              <p:nvPr/>
            </p:nvSpPr>
            <p:spPr>
              <a:xfrm>
                <a:off x="1120983" y="261372"/>
                <a:ext cx="899608" cy="20983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Chart</a:t>
                </a:r>
              </a:p>
            </p:txBody>
          </p:sp>
          <p:sp>
            <p:nvSpPr>
              <p:cNvPr id="35" name="Rectangle: Rounded Corners 34">
                <a:extLst>
                  <a:ext uri="{FF2B5EF4-FFF2-40B4-BE49-F238E27FC236}">
                    <a16:creationId xmlns:a16="http://schemas.microsoft.com/office/drawing/2014/main" id="{117FC09E-EE1C-F456-EA00-4F25B681AC1C}"/>
                  </a:ext>
                </a:extLst>
              </p:cNvPr>
              <p:cNvSpPr/>
              <p:nvPr/>
            </p:nvSpPr>
            <p:spPr>
              <a:xfrm>
                <a:off x="2102341" y="261372"/>
                <a:ext cx="1280608"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Financial</a:t>
                </a:r>
              </a:p>
            </p:txBody>
          </p:sp>
          <p:sp>
            <p:nvSpPr>
              <p:cNvPr id="36" name="Rectangle: Rounded Corners 35">
                <a:extLst>
                  <a:ext uri="{FF2B5EF4-FFF2-40B4-BE49-F238E27FC236}">
                    <a16:creationId xmlns:a16="http://schemas.microsoft.com/office/drawing/2014/main" id="{59FC3F06-4634-A4BC-3503-5BEB3677BC5F}"/>
                  </a:ext>
                </a:extLst>
              </p:cNvPr>
              <p:cNvSpPr/>
              <p:nvPr/>
            </p:nvSpPr>
            <p:spPr>
              <a:xfrm>
                <a:off x="3464699" y="261372"/>
                <a:ext cx="1379668"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Insurance</a:t>
                </a:r>
              </a:p>
            </p:txBody>
          </p:sp>
          <p:sp>
            <p:nvSpPr>
              <p:cNvPr id="37" name="Rectangle: Rounded Corners 36">
                <a:extLst>
                  <a:ext uri="{FF2B5EF4-FFF2-40B4-BE49-F238E27FC236}">
                    <a16:creationId xmlns:a16="http://schemas.microsoft.com/office/drawing/2014/main" id="{2C7CB236-ED0D-E2F1-810E-2823C844B5C9}"/>
                  </a:ext>
                </a:extLst>
              </p:cNvPr>
              <p:cNvSpPr/>
              <p:nvPr/>
            </p:nvSpPr>
            <p:spPr>
              <a:xfrm>
                <a:off x="4926117" y="261372"/>
                <a:ext cx="1585392"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Documents</a:t>
                </a:r>
              </a:p>
            </p:txBody>
          </p:sp>
          <p:sp>
            <p:nvSpPr>
              <p:cNvPr id="38" name="Rectangle: Rounded Corners 37">
                <a:extLst>
                  <a:ext uri="{FF2B5EF4-FFF2-40B4-BE49-F238E27FC236}">
                    <a16:creationId xmlns:a16="http://schemas.microsoft.com/office/drawing/2014/main" id="{B3D50823-2A79-1049-353F-E801BC6B6296}"/>
                  </a:ext>
                </a:extLst>
              </p:cNvPr>
              <p:cNvSpPr/>
              <p:nvPr/>
            </p:nvSpPr>
            <p:spPr>
              <a:xfrm>
                <a:off x="6593259" y="261372"/>
                <a:ext cx="1516828"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Medication</a:t>
                </a:r>
              </a:p>
            </p:txBody>
          </p:sp>
          <p:sp>
            <p:nvSpPr>
              <p:cNvPr id="39" name="Rectangle: Rounded Corners 38">
                <a:extLst>
                  <a:ext uri="{FF2B5EF4-FFF2-40B4-BE49-F238E27FC236}">
                    <a16:creationId xmlns:a16="http://schemas.microsoft.com/office/drawing/2014/main" id="{50FCC3F4-DEC5-95E6-03D3-580C3EFBF929}"/>
                  </a:ext>
                </a:extLst>
              </p:cNvPr>
              <p:cNvSpPr/>
              <p:nvPr/>
            </p:nvSpPr>
            <p:spPr>
              <a:xfrm>
                <a:off x="8191837" y="261372"/>
                <a:ext cx="655768" cy="2098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2000" noProof="0" dirty="0"/>
                  <a:t>Lab</a:t>
                </a:r>
              </a:p>
            </p:txBody>
          </p:sp>
          <p:sp>
            <p:nvSpPr>
              <p:cNvPr id="40" name="Rectangle 39">
                <a:extLst>
                  <a:ext uri="{FF2B5EF4-FFF2-40B4-BE49-F238E27FC236}">
                    <a16:creationId xmlns:a16="http://schemas.microsoft.com/office/drawing/2014/main" id="{706D0D14-6906-DA91-7B87-D5AB99A10B85}"/>
                  </a:ext>
                </a:extLst>
              </p:cNvPr>
              <p:cNvSpPr/>
              <p:nvPr/>
            </p:nvSpPr>
            <p:spPr>
              <a:xfrm>
                <a:off x="0" y="429565"/>
                <a:ext cx="12192000" cy="933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grpSp>
        <p:sp>
          <p:nvSpPr>
            <p:cNvPr id="68" name="Rectangle 67">
              <a:extLst>
                <a:ext uri="{FF2B5EF4-FFF2-40B4-BE49-F238E27FC236}">
                  <a16:creationId xmlns:a16="http://schemas.microsoft.com/office/drawing/2014/main" id="{BDC43116-CE67-B46F-CF05-E19018D084A8}"/>
                </a:ext>
              </a:extLst>
            </p:cNvPr>
            <p:cNvSpPr/>
            <p:nvPr/>
          </p:nvSpPr>
          <p:spPr>
            <a:xfrm>
              <a:off x="9906000" y="251461"/>
              <a:ext cx="2286000" cy="614366"/>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t>EMERGENT</a:t>
              </a:r>
            </a:p>
            <a:p>
              <a:pPr algn="ctr"/>
              <a:r>
                <a:rPr lang="en-US" sz="2400" b="1" noProof="0" dirty="0"/>
                <a:t> – </a:t>
              </a:r>
              <a:r>
                <a:rPr lang="en-US" sz="2400" b="1" dirty="0"/>
                <a:t>IMMEDIATE –</a:t>
              </a:r>
              <a:endParaRPr lang="en-DE" sz="2400" b="1" noProof="0" dirty="0"/>
            </a:p>
          </p:txBody>
        </p:sp>
        <p:grpSp>
          <p:nvGrpSpPr>
            <p:cNvPr id="12" name="Group 11">
              <a:extLst>
                <a:ext uri="{FF2B5EF4-FFF2-40B4-BE49-F238E27FC236}">
                  <a16:creationId xmlns:a16="http://schemas.microsoft.com/office/drawing/2014/main" id="{511C5469-3B01-7816-B051-75D1650D7C0C}"/>
                </a:ext>
              </a:extLst>
            </p:cNvPr>
            <p:cNvGrpSpPr/>
            <p:nvPr/>
          </p:nvGrpSpPr>
          <p:grpSpPr>
            <a:xfrm>
              <a:off x="0" y="3442697"/>
              <a:ext cx="12108629" cy="3985848"/>
              <a:chOff x="0" y="3442697"/>
              <a:chExt cx="12108629" cy="3985848"/>
            </a:xfrm>
          </p:grpSpPr>
          <p:sp>
            <p:nvSpPr>
              <p:cNvPr id="70" name="TextBox 69">
                <a:extLst>
                  <a:ext uri="{FF2B5EF4-FFF2-40B4-BE49-F238E27FC236}">
                    <a16:creationId xmlns:a16="http://schemas.microsoft.com/office/drawing/2014/main" id="{64793D47-3FED-4975-BD6A-F17939082910}"/>
                  </a:ext>
                </a:extLst>
              </p:cNvPr>
              <p:cNvSpPr txBox="1"/>
              <p:nvPr/>
            </p:nvSpPr>
            <p:spPr>
              <a:xfrm>
                <a:off x="0" y="3442697"/>
                <a:ext cx="2887532" cy="707886"/>
              </a:xfrm>
              <a:prstGeom prst="rect">
                <a:avLst/>
              </a:prstGeom>
              <a:noFill/>
            </p:spPr>
            <p:txBody>
              <a:bodyPr wrap="square" rtlCol="0">
                <a:spAutoFit/>
              </a:bodyPr>
              <a:lstStyle/>
              <a:p>
                <a:r>
                  <a:rPr lang="en-DE" sz="4000" noProof="0" dirty="0"/>
                  <a:t>HPI: </a:t>
                </a:r>
              </a:p>
            </p:txBody>
          </p:sp>
          <p:grpSp>
            <p:nvGrpSpPr>
              <p:cNvPr id="11" name="Group 10">
                <a:extLst>
                  <a:ext uri="{FF2B5EF4-FFF2-40B4-BE49-F238E27FC236}">
                    <a16:creationId xmlns:a16="http://schemas.microsoft.com/office/drawing/2014/main" id="{A92FB37A-8360-5259-90F4-E8416792369B}"/>
                  </a:ext>
                </a:extLst>
              </p:cNvPr>
              <p:cNvGrpSpPr/>
              <p:nvPr/>
            </p:nvGrpSpPr>
            <p:grpSpPr>
              <a:xfrm>
                <a:off x="83371" y="4013463"/>
                <a:ext cx="12025258" cy="3415082"/>
                <a:chOff x="83371" y="4013463"/>
                <a:chExt cx="12025258" cy="3415082"/>
              </a:xfrm>
            </p:grpSpPr>
            <p:sp>
              <p:nvSpPr>
                <p:cNvPr id="85" name="Rectangle 84">
                  <a:extLst>
                    <a:ext uri="{FF2B5EF4-FFF2-40B4-BE49-F238E27FC236}">
                      <a16:creationId xmlns:a16="http://schemas.microsoft.com/office/drawing/2014/main" id="{B23BE58D-37E5-58FD-AA85-1C13E1631B09}"/>
                    </a:ext>
                  </a:extLst>
                </p:cNvPr>
                <p:cNvSpPr/>
                <p:nvPr/>
              </p:nvSpPr>
              <p:spPr>
                <a:xfrm>
                  <a:off x="83372" y="4014272"/>
                  <a:ext cx="12025257" cy="34142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125" name="TextBox 124">
                  <a:extLst>
                    <a:ext uri="{FF2B5EF4-FFF2-40B4-BE49-F238E27FC236}">
                      <a16:creationId xmlns:a16="http://schemas.microsoft.com/office/drawing/2014/main" id="{BFDF12E1-B8D2-078F-E0D4-96F483C67952}"/>
                    </a:ext>
                  </a:extLst>
                </p:cNvPr>
                <p:cNvSpPr txBox="1"/>
                <p:nvPr/>
              </p:nvSpPr>
              <p:spPr>
                <a:xfrm>
                  <a:off x="83371" y="4013463"/>
                  <a:ext cx="12025257" cy="2862322"/>
                </a:xfrm>
                <a:prstGeom prst="rect">
                  <a:avLst/>
                </a:prstGeom>
                <a:noFill/>
              </p:spPr>
              <p:txBody>
                <a:bodyPr wrap="square" rtlCol="0">
                  <a:spAutoFit/>
                </a:bodyPr>
                <a:lstStyle/>
                <a:p>
                  <a:r>
                    <a:rPr lang="en-US" sz="2000" dirty="0"/>
                    <a:t>Jon Doh, a 28-year-old previously healthy male, presents to the emergency department with a sudden onset of severe central chest pain, which he describes as a 7/10 “crushing” sensation. The pain began approximately one hour ago while he was jogging and has been constant since. It radiates to his left shoulder and is accompanied by marked shortness of breath. He reports feeling lightheaded and sweaty, with palpitations. He denies any previous episodes of similar pain, recent trauma, fever, or cough. Only uses PRN medications such as sumatriptan or salbutamol and has no known chronic health issues. He denies smoking but occasionally drinks alcohol recreationally. There is no family history of early heart disease. He works a desk job and exercises irregularly. On arrival, he appears visibly distressed, breathing rapidly, and clutching his chest.</a:t>
                  </a:r>
                  <a:endParaRPr lang="de-DE" sz="2000" dirty="0"/>
                </a:p>
              </p:txBody>
            </p:sp>
          </p:grpSp>
        </p:grpSp>
        <p:grpSp>
          <p:nvGrpSpPr>
            <p:cNvPr id="9" name="Group 8">
              <a:extLst>
                <a:ext uri="{FF2B5EF4-FFF2-40B4-BE49-F238E27FC236}">
                  <a16:creationId xmlns:a16="http://schemas.microsoft.com/office/drawing/2014/main" id="{D2387C86-C2BF-614B-B210-39E9E0497F37}"/>
                </a:ext>
              </a:extLst>
            </p:cNvPr>
            <p:cNvGrpSpPr/>
            <p:nvPr/>
          </p:nvGrpSpPr>
          <p:grpSpPr>
            <a:xfrm>
              <a:off x="0" y="865827"/>
              <a:ext cx="12211617" cy="2674790"/>
              <a:chOff x="0" y="865827"/>
              <a:chExt cx="12211617" cy="2674790"/>
            </a:xfrm>
          </p:grpSpPr>
          <p:sp>
            <p:nvSpPr>
              <p:cNvPr id="93" name="TextBox 92">
                <a:extLst>
                  <a:ext uri="{FF2B5EF4-FFF2-40B4-BE49-F238E27FC236}">
                    <a16:creationId xmlns:a16="http://schemas.microsoft.com/office/drawing/2014/main" id="{5A775BC4-06D7-86B8-9358-1773830394FE}"/>
                  </a:ext>
                </a:extLst>
              </p:cNvPr>
              <p:cNvSpPr txBox="1"/>
              <p:nvPr/>
            </p:nvSpPr>
            <p:spPr>
              <a:xfrm>
                <a:off x="0" y="865827"/>
                <a:ext cx="3717362" cy="707885"/>
              </a:xfrm>
              <a:prstGeom prst="rect">
                <a:avLst/>
              </a:prstGeom>
              <a:noFill/>
            </p:spPr>
            <p:txBody>
              <a:bodyPr wrap="square" rtlCol="0">
                <a:spAutoFit/>
              </a:bodyPr>
              <a:lstStyle/>
              <a:p>
                <a:r>
                  <a:rPr lang="en-DE" sz="4000" noProof="0" dirty="0"/>
                  <a:t>Vital Signs</a:t>
                </a:r>
              </a:p>
            </p:txBody>
          </p:sp>
          <p:grpSp>
            <p:nvGrpSpPr>
              <p:cNvPr id="10" name="Group 9">
                <a:extLst>
                  <a:ext uri="{FF2B5EF4-FFF2-40B4-BE49-F238E27FC236}">
                    <a16:creationId xmlns:a16="http://schemas.microsoft.com/office/drawing/2014/main" id="{72110D5B-930F-25B7-725F-9CE201B9BF94}"/>
                  </a:ext>
                </a:extLst>
              </p:cNvPr>
              <p:cNvGrpSpPr/>
              <p:nvPr/>
            </p:nvGrpSpPr>
            <p:grpSpPr>
              <a:xfrm>
                <a:off x="19617" y="1578417"/>
                <a:ext cx="6012632" cy="1962200"/>
                <a:chOff x="83368" y="1840372"/>
                <a:chExt cx="6012632" cy="1962200"/>
              </a:xfrm>
            </p:grpSpPr>
            <p:sp>
              <p:nvSpPr>
                <p:cNvPr id="95" name="TextBox 94">
                  <a:extLst>
                    <a:ext uri="{FF2B5EF4-FFF2-40B4-BE49-F238E27FC236}">
                      <a16:creationId xmlns:a16="http://schemas.microsoft.com/office/drawing/2014/main" id="{A18C8F9B-78D5-C2DD-7AFB-99E53B6817A2}"/>
                    </a:ext>
                  </a:extLst>
                </p:cNvPr>
                <p:cNvSpPr txBox="1"/>
                <p:nvPr/>
              </p:nvSpPr>
              <p:spPr>
                <a:xfrm>
                  <a:off x="83371" y="1840372"/>
                  <a:ext cx="6012629" cy="830997"/>
                </a:xfrm>
                <a:prstGeom prst="rect">
                  <a:avLst/>
                </a:prstGeom>
                <a:noFill/>
              </p:spPr>
              <p:txBody>
                <a:bodyPr wrap="square" rtlCol="0">
                  <a:spAutoFit/>
                </a:bodyPr>
                <a:lstStyle/>
                <a:p>
                  <a:r>
                    <a:rPr lang="en-DE" sz="2400" noProof="0" dirty="0"/>
                    <a:t>Blood Pressure: 	140/90 </a:t>
                  </a:r>
                  <a:r>
                    <a:rPr lang="en-US" sz="2400" noProof="0" dirty="0"/>
                    <a:t>   </a:t>
                  </a:r>
                  <a:r>
                    <a:rPr lang="en-DE" sz="2400" noProof="0" dirty="0"/>
                    <a:t>mmHg			</a:t>
                  </a:r>
                </a:p>
              </p:txBody>
            </p:sp>
            <p:sp>
              <p:nvSpPr>
                <p:cNvPr id="96" name="TextBox 95">
                  <a:extLst>
                    <a:ext uri="{FF2B5EF4-FFF2-40B4-BE49-F238E27FC236}">
                      <a16:creationId xmlns:a16="http://schemas.microsoft.com/office/drawing/2014/main" id="{839C02D8-CA63-899E-B610-D187400FFB8C}"/>
                    </a:ext>
                  </a:extLst>
                </p:cNvPr>
                <p:cNvSpPr txBox="1"/>
                <p:nvPr/>
              </p:nvSpPr>
              <p:spPr>
                <a:xfrm>
                  <a:off x="83368" y="2347858"/>
                  <a:ext cx="6012629" cy="830997"/>
                </a:xfrm>
                <a:prstGeom prst="rect">
                  <a:avLst/>
                </a:prstGeom>
                <a:noFill/>
              </p:spPr>
              <p:txBody>
                <a:bodyPr wrap="square" rtlCol="0">
                  <a:spAutoFit/>
                </a:bodyPr>
                <a:lstStyle/>
                <a:p>
                  <a:r>
                    <a:rPr lang="en-DE" sz="2400" noProof="0" dirty="0"/>
                    <a:t>Respiratory Rate: 	</a:t>
                  </a:r>
                  <a:r>
                    <a:rPr lang="en-US" sz="2400" dirty="0"/>
                    <a:t>     </a:t>
                  </a:r>
                  <a:r>
                    <a:rPr lang="en-DE" sz="2400" noProof="0" dirty="0"/>
                    <a:t>35</a:t>
                  </a:r>
                  <a:r>
                    <a:rPr lang="en-US" sz="2400" noProof="0" dirty="0"/>
                    <a:t> 	    </a:t>
                  </a:r>
                  <a:r>
                    <a:rPr lang="de-DE" sz="2400" dirty="0" err="1"/>
                    <a:t>breaths</a:t>
                  </a:r>
                  <a:r>
                    <a:rPr lang="de-DE" sz="2400" dirty="0"/>
                    <a:t>/min</a:t>
                  </a:r>
                </a:p>
                <a:p>
                  <a:r>
                    <a:rPr lang="en-US" sz="2400" noProof="0" dirty="0"/>
                    <a:t> </a:t>
                  </a:r>
                  <a:endParaRPr lang="en-DE" sz="2400" noProof="0" dirty="0"/>
                </a:p>
              </p:txBody>
            </p:sp>
            <p:sp>
              <p:nvSpPr>
                <p:cNvPr id="97" name="TextBox 96">
                  <a:extLst>
                    <a:ext uri="{FF2B5EF4-FFF2-40B4-BE49-F238E27FC236}">
                      <a16:creationId xmlns:a16="http://schemas.microsoft.com/office/drawing/2014/main" id="{97C087E3-C091-4EE8-16D3-6E712B1D6633}"/>
                    </a:ext>
                  </a:extLst>
                </p:cNvPr>
                <p:cNvSpPr txBox="1"/>
                <p:nvPr/>
              </p:nvSpPr>
              <p:spPr>
                <a:xfrm>
                  <a:off x="83370" y="2856779"/>
                  <a:ext cx="6012627" cy="461665"/>
                </a:xfrm>
                <a:prstGeom prst="rect">
                  <a:avLst/>
                </a:prstGeom>
                <a:noFill/>
              </p:spPr>
              <p:txBody>
                <a:bodyPr wrap="square" rtlCol="0">
                  <a:spAutoFit/>
                </a:bodyPr>
                <a:lstStyle/>
                <a:p>
                  <a:r>
                    <a:rPr lang="en-DE" sz="2400" noProof="0" dirty="0"/>
                    <a:t>Oxygen Saturation: 	</a:t>
                  </a:r>
                  <a:r>
                    <a:rPr lang="en-US" sz="2400" noProof="0" dirty="0"/>
                    <a:t>     </a:t>
                  </a:r>
                  <a:r>
                    <a:rPr lang="en-DE" sz="2400" noProof="0" dirty="0"/>
                    <a:t>95 	</a:t>
                  </a:r>
                  <a:r>
                    <a:rPr lang="en-US" sz="2400" noProof="0" dirty="0"/>
                    <a:t>    </a:t>
                  </a:r>
                  <a:r>
                    <a:rPr lang="en-DE" sz="2400" noProof="0" dirty="0"/>
                    <a:t>%</a:t>
                  </a:r>
                </a:p>
              </p:txBody>
            </p:sp>
            <p:sp>
              <p:nvSpPr>
                <p:cNvPr id="98" name="TextBox 97">
                  <a:extLst>
                    <a:ext uri="{FF2B5EF4-FFF2-40B4-BE49-F238E27FC236}">
                      <a16:creationId xmlns:a16="http://schemas.microsoft.com/office/drawing/2014/main" id="{A4C9A402-D146-4C45-9813-B3C39C47394D}"/>
                    </a:ext>
                  </a:extLst>
                </p:cNvPr>
                <p:cNvSpPr txBox="1"/>
                <p:nvPr/>
              </p:nvSpPr>
              <p:spPr>
                <a:xfrm>
                  <a:off x="83370" y="3340907"/>
                  <a:ext cx="6012627" cy="461665"/>
                </a:xfrm>
                <a:prstGeom prst="rect">
                  <a:avLst/>
                </a:prstGeom>
                <a:noFill/>
              </p:spPr>
              <p:txBody>
                <a:bodyPr wrap="square" rtlCol="0">
                  <a:spAutoFit/>
                </a:bodyPr>
                <a:lstStyle/>
                <a:p>
                  <a:r>
                    <a:rPr lang="en-DE" sz="2400" noProof="0" dirty="0"/>
                    <a:t>Heart Rate: 		</a:t>
                  </a:r>
                  <a:r>
                    <a:rPr lang="en-US" sz="2400" noProof="0" dirty="0"/>
                    <a:t>    </a:t>
                  </a:r>
                  <a:r>
                    <a:rPr lang="en-DE" sz="2400" noProof="0" dirty="0"/>
                    <a:t>120 	</a:t>
                  </a:r>
                  <a:r>
                    <a:rPr lang="en-US" sz="2400" noProof="0" dirty="0"/>
                    <a:t>    </a:t>
                  </a:r>
                  <a:r>
                    <a:rPr lang="en-DE" sz="2400" noProof="0" dirty="0"/>
                    <a:t>bpm</a:t>
                  </a:r>
                </a:p>
              </p:txBody>
            </p:sp>
            <p:sp>
              <p:nvSpPr>
                <p:cNvPr id="105" name="Rectangle 104">
                  <a:extLst>
                    <a:ext uri="{FF2B5EF4-FFF2-40B4-BE49-F238E27FC236}">
                      <a16:creationId xmlns:a16="http://schemas.microsoft.com/office/drawing/2014/main" id="{3262B4CB-0674-29E7-5AFA-DCE69926C689}"/>
                    </a:ext>
                  </a:extLst>
                </p:cNvPr>
                <p:cNvSpPr/>
                <p:nvPr/>
              </p:nvSpPr>
              <p:spPr>
                <a:xfrm>
                  <a:off x="2897115" y="1887538"/>
                  <a:ext cx="1073601"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106" name="Rectangle 105">
                  <a:extLst>
                    <a:ext uri="{FF2B5EF4-FFF2-40B4-BE49-F238E27FC236}">
                      <a16:creationId xmlns:a16="http://schemas.microsoft.com/office/drawing/2014/main" id="{F720F63F-E75C-EBD6-86FB-CA9542D9F66A}"/>
                    </a:ext>
                  </a:extLst>
                </p:cNvPr>
                <p:cNvSpPr/>
                <p:nvPr/>
              </p:nvSpPr>
              <p:spPr>
                <a:xfrm>
                  <a:off x="2897114" y="2366905"/>
                  <a:ext cx="1073602"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107" name="Rectangle 106">
                  <a:extLst>
                    <a:ext uri="{FF2B5EF4-FFF2-40B4-BE49-F238E27FC236}">
                      <a16:creationId xmlns:a16="http://schemas.microsoft.com/office/drawing/2014/main" id="{7AE4E2FC-EF0D-B7DF-4340-677AD80DDDCD}"/>
                    </a:ext>
                  </a:extLst>
                </p:cNvPr>
                <p:cNvSpPr/>
                <p:nvPr/>
              </p:nvSpPr>
              <p:spPr>
                <a:xfrm>
                  <a:off x="2895960" y="3342577"/>
                  <a:ext cx="1074756"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110" name="Rectangle 109">
                  <a:extLst>
                    <a:ext uri="{FF2B5EF4-FFF2-40B4-BE49-F238E27FC236}">
                      <a16:creationId xmlns:a16="http://schemas.microsoft.com/office/drawing/2014/main" id="{98792C2A-F2F8-6E06-BBFF-B68067E8E35C}"/>
                    </a:ext>
                  </a:extLst>
                </p:cNvPr>
                <p:cNvSpPr/>
                <p:nvPr/>
              </p:nvSpPr>
              <p:spPr>
                <a:xfrm>
                  <a:off x="2895960" y="2852308"/>
                  <a:ext cx="1074756"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grpSp>
          <p:grpSp>
            <p:nvGrpSpPr>
              <p:cNvPr id="77" name="Group 76">
                <a:extLst>
                  <a:ext uri="{FF2B5EF4-FFF2-40B4-BE49-F238E27FC236}">
                    <a16:creationId xmlns:a16="http://schemas.microsoft.com/office/drawing/2014/main" id="{186AE495-9FED-9BEF-CACC-B565DCB129B4}"/>
                  </a:ext>
                </a:extLst>
              </p:cNvPr>
              <p:cNvGrpSpPr/>
              <p:nvPr/>
            </p:nvGrpSpPr>
            <p:grpSpPr>
              <a:xfrm>
                <a:off x="6198988" y="1573712"/>
                <a:ext cx="6012629" cy="1426922"/>
                <a:chOff x="83368" y="3832451"/>
                <a:chExt cx="6012629" cy="1426922"/>
              </a:xfrm>
            </p:grpSpPr>
            <p:sp>
              <p:nvSpPr>
                <p:cNvPr id="82" name="TextBox 81">
                  <a:extLst>
                    <a:ext uri="{FF2B5EF4-FFF2-40B4-BE49-F238E27FC236}">
                      <a16:creationId xmlns:a16="http://schemas.microsoft.com/office/drawing/2014/main" id="{4813E466-95E7-BC6F-3876-A01B0F845896}"/>
                    </a:ext>
                  </a:extLst>
                </p:cNvPr>
                <p:cNvSpPr txBox="1"/>
                <p:nvPr/>
              </p:nvSpPr>
              <p:spPr>
                <a:xfrm>
                  <a:off x="83370" y="3839100"/>
                  <a:ext cx="6012627" cy="461665"/>
                </a:xfrm>
                <a:prstGeom prst="rect">
                  <a:avLst/>
                </a:prstGeom>
                <a:noFill/>
              </p:spPr>
              <p:txBody>
                <a:bodyPr wrap="square" rtlCol="0">
                  <a:spAutoFit/>
                </a:bodyPr>
                <a:lstStyle/>
                <a:p>
                  <a:r>
                    <a:rPr lang="en-DE" sz="2400" noProof="0" dirty="0"/>
                    <a:t>Pain level:   		</a:t>
                  </a:r>
                  <a:r>
                    <a:rPr lang="en-US" sz="2400" noProof="0" dirty="0"/>
                    <a:t>       </a:t>
                  </a:r>
                  <a:r>
                    <a:rPr lang="en-DE" sz="2400" noProof="0" dirty="0"/>
                    <a:t>7</a:t>
                  </a:r>
                  <a:r>
                    <a:rPr lang="en-US" sz="2400" noProof="0" dirty="0"/>
                    <a:t>	    / 10</a:t>
                  </a:r>
                  <a:endParaRPr lang="en-DE" sz="2400" noProof="0" dirty="0"/>
                </a:p>
              </p:txBody>
            </p:sp>
            <p:sp>
              <p:nvSpPr>
                <p:cNvPr id="83" name="TextBox 82">
                  <a:extLst>
                    <a:ext uri="{FF2B5EF4-FFF2-40B4-BE49-F238E27FC236}">
                      <a16:creationId xmlns:a16="http://schemas.microsoft.com/office/drawing/2014/main" id="{121DA803-4289-9A6E-873D-E1647A0248D1}"/>
                    </a:ext>
                  </a:extLst>
                </p:cNvPr>
                <p:cNvSpPr txBox="1"/>
                <p:nvPr/>
              </p:nvSpPr>
              <p:spPr>
                <a:xfrm>
                  <a:off x="83370" y="4300765"/>
                  <a:ext cx="6012627" cy="461665"/>
                </a:xfrm>
                <a:prstGeom prst="rect">
                  <a:avLst/>
                </a:prstGeom>
                <a:noFill/>
              </p:spPr>
              <p:txBody>
                <a:bodyPr wrap="square" rtlCol="0">
                  <a:spAutoFit/>
                </a:bodyPr>
                <a:lstStyle/>
                <a:p>
                  <a:r>
                    <a:rPr lang="en-DE" sz="2400" noProof="0" dirty="0"/>
                    <a:t>Weight: 		</a:t>
                  </a:r>
                  <a:r>
                    <a:rPr lang="en-US" sz="2400" noProof="0" dirty="0"/>
                    <a:t>     </a:t>
                  </a:r>
                  <a:r>
                    <a:rPr lang="en-DE" sz="2400" noProof="0" dirty="0"/>
                    <a:t>75 	</a:t>
                  </a:r>
                  <a:r>
                    <a:rPr lang="en-US" sz="2400" noProof="0" dirty="0"/>
                    <a:t>    </a:t>
                  </a:r>
                  <a:r>
                    <a:rPr lang="en-DE" sz="2400" noProof="0" dirty="0"/>
                    <a:t>kg </a:t>
                  </a:r>
                </a:p>
              </p:txBody>
            </p:sp>
            <p:sp>
              <p:nvSpPr>
                <p:cNvPr id="84" name="TextBox 83">
                  <a:extLst>
                    <a:ext uri="{FF2B5EF4-FFF2-40B4-BE49-F238E27FC236}">
                      <a16:creationId xmlns:a16="http://schemas.microsoft.com/office/drawing/2014/main" id="{D26A7C4E-F15F-A9D8-15D9-D86A92385268}"/>
                    </a:ext>
                  </a:extLst>
                </p:cNvPr>
                <p:cNvSpPr txBox="1"/>
                <p:nvPr/>
              </p:nvSpPr>
              <p:spPr>
                <a:xfrm>
                  <a:off x="83368" y="4797708"/>
                  <a:ext cx="6012625" cy="461665"/>
                </a:xfrm>
                <a:prstGeom prst="rect">
                  <a:avLst/>
                </a:prstGeom>
                <a:noFill/>
              </p:spPr>
              <p:txBody>
                <a:bodyPr wrap="square" rtlCol="0">
                  <a:spAutoFit/>
                </a:bodyPr>
                <a:lstStyle/>
                <a:p>
                  <a:r>
                    <a:rPr lang="en-DE" sz="2400" noProof="0" dirty="0"/>
                    <a:t>Height		</a:t>
                  </a:r>
                  <a:r>
                    <a:rPr lang="en-US" sz="2400" noProof="0" dirty="0"/>
                    <a:t>	    </a:t>
                  </a:r>
                  <a:r>
                    <a:rPr lang="en-DE" sz="2400" noProof="0" dirty="0"/>
                    <a:t>175 	</a:t>
                  </a:r>
                  <a:r>
                    <a:rPr lang="en-US" sz="2400" noProof="0" dirty="0"/>
                    <a:t>    </a:t>
                  </a:r>
                  <a:r>
                    <a:rPr lang="en-DE" sz="2400" noProof="0" dirty="0"/>
                    <a:t>cm</a:t>
                  </a:r>
                </a:p>
              </p:txBody>
            </p:sp>
            <p:sp>
              <p:nvSpPr>
                <p:cNvPr id="89" name="Rectangle 88">
                  <a:extLst>
                    <a:ext uri="{FF2B5EF4-FFF2-40B4-BE49-F238E27FC236}">
                      <a16:creationId xmlns:a16="http://schemas.microsoft.com/office/drawing/2014/main" id="{4CFEDB2E-7692-B6AD-4AEB-7CE7A409D058}"/>
                    </a:ext>
                  </a:extLst>
                </p:cNvPr>
                <p:cNvSpPr/>
                <p:nvPr/>
              </p:nvSpPr>
              <p:spPr>
                <a:xfrm>
                  <a:off x="2895960" y="4824317"/>
                  <a:ext cx="1080179"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90" name="Rectangle 89">
                  <a:extLst>
                    <a:ext uri="{FF2B5EF4-FFF2-40B4-BE49-F238E27FC236}">
                      <a16:creationId xmlns:a16="http://schemas.microsoft.com/office/drawing/2014/main" id="{E2B0D748-E2D2-CE69-4E75-F4BAE2E4E34C}"/>
                    </a:ext>
                  </a:extLst>
                </p:cNvPr>
                <p:cNvSpPr/>
                <p:nvPr/>
              </p:nvSpPr>
              <p:spPr>
                <a:xfrm>
                  <a:off x="2895960" y="4328486"/>
                  <a:ext cx="1080179"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sp>
              <p:nvSpPr>
                <p:cNvPr id="92" name="Rectangle 91">
                  <a:extLst>
                    <a:ext uri="{FF2B5EF4-FFF2-40B4-BE49-F238E27FC236}">
                      <a16:creationId xmlns:a16="http://schemas.microsoft.com/office/drawing/2014/main" id="{57D3B3AA-F4E2-39F6-C720-C08C0767649D}"/>
                    </a:ext>
                  </a:extLst>
                </p:cNvPr>
                <p:cNvSpPr/>
                <p:nvPr/>
              </p:nvSpPr>
              <p:spPr>
                <a:xfrm>
                  <a:off x="2895960" y="3832451"/>
                  <a:ext cx="1080181" cy="4084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noProof="0" dirty="0"/>
                </a:p>
              </p:txBody>
            </p:sp>
          </p:grpSp>
        </p:grpSp>
      </p:grpSp>
    </p:spTree>
    <p:extLst>
      <p:ext uri="{BB962C8B-B14F-4D97-AF65-F5344CB8AC3E}">
        <p14:creationId xmlns:p14="http://schemas.microsoft.com/office/powerpoint/2010/main" val="1575853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0CC44-8BE2-CD53-4D1F-9CE0AD08775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46618BF-555D-4792-1FDE-8D65B60A4656}"/>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4C23F133-C415-4EBD-787C-3118D266756C}"/>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059553A1-5AF7-63B8-1F45-5511B2EBCF58}"/>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A3ED8667-6789-B99E-6E25-86CB136C20B0}"/>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E1DFB2C2-99B8-88F2-1857-9D334A378549}"/>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BEBA0329-68ED-85BA-8DED-C31BEA9F1D4B}"/>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72</a:t>
              </a:r>
            </a:p>
          </p:txBody>
        </p:sp>
      </p:grpSp>
    </p:spTree>
    <p:extLst>
      <p:ext uri="{BB962C8B-B14F-4D97-AF65-F5344CB8AC3E}">
        <p14:creationId xmlns:p14="http://schemas.microsoft.com/office/powerpoint/2010/main" val="1068343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F39D-EEE0-FFE2-D205-1AA57EC729D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0D3209C-3EB7-AF81-36D8-9AD37A931A35}"/>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95346461-219B-291F-B00B-3645162EE33E}"/>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0351562C-48BA-7E8C-9E9F-1EDAA49DF826}"/>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86F18ED5-B057-32BB-9184-05788DB23E3B}"/>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2C30A65D-52B9-A7AD-4D77-5631011388DE}"/>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3AF7188A-A81E-1AD2-CC26-29CFD41F5CA8}"/>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42</a:t>
              </a:r>
            </a:p>
          </p:txBody>
        </p:sp>
      </p:grpSp>
    </p:spTree>
    <p:extLst>
      <p:ext uri="{BB962C8B-B14F-4D97-AF65-F5344CB8AC3E}">
        <p14:creationId xmlns:p14="http://schemas.microsoft.com/office/powerpoint/2010/main" val="2749541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9B5A-7234-0B41-B430-60627D41461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549753C-B024-0E33-C0A1-FFDE8A24F3E3}"/>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8EB59070-1C3C-4BD3-3CB1-8897157DA542}"/>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3C5D7403-236D-C9DC-F779-44C622F7E2D9}"/>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683700EE-156F-E323-56CB-DA4F5B10F445}"/>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B072BD13-2D98-1820-4A29-8502A7993D84}"/>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51DFF801-EA5F-7A84-FBA9-5B615F193F3F}"/>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22</a:t>
              </a:r>
            </a:p>
          </p:txBody>
        </p:sp>
      </p:grpSp>
    </p:spTree>
    <p:extLst>
      <p:ext uri="{BB962C8B-B14F-4D97-AF65-F5344CB8AC3E}">
        <p14:creationId xmlns:p14="http://schemas.microsoft.com/office/powerpoint/2010/main" val="3508837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5EFB-F50E-1F2C-53AE-CBE07607D26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2CCC284-0D87-F7FA-54D3-E82F16726A9F}"/>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E8463C38-3AB1-32ED-6031-11D18E12D97A}"/>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BAF10B3D-4DB7-0D12-8578-953D661506DC}"/>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A27953E7-B474-B9AD-2E8A-A532A5EED6A7}"/>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7C673EFF-0103-AD5D-CEA0-B7824AD77C24}"/>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31ED8621-9E42-481F-A546-5B40C36A4DA6}"/>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12</a:t>
              </a:r>
            </a:p>
          </p:txBody>
        </p:sp>
      </p:grpSp>
    </p:spTree>
    <p:extLst>
      <p:ext uri="{BB962C8B-B14F-4D97-AF65-F5344CB8AC3E}">
        <p14:creationId xmlns:p14="http://schemas.microsoft.com/office/powerpoint/2010/main" val="1584102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CFC04-59A6-E600-191B-887DC40312A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6E9259D-3A6E-4A06-6548-FB0AB1CC18CD}"/>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E0A9E9E1-B07A-5ED2-309D-BC6C9FF97E6A}"/>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552E1B1F-F0CA-A868-A323-C50EFCB773BD}"/>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5B2C8D99-947E-F17D-2BDB-41ADB3771F4C}"/>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658D2130-4852-92F9-5794-9FC87F553898}"/>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C6DC70F6-690D-E3C9-8A45-4FCEC30AA061}"/>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32</a:t>
              </a:r>
            </a:p>
          </p:txBody>
        </p:sp>
      </p:grpSp>
    </p:spTree>
    <p:extLst>
      <p:ext uri="{BB962C8B-B14F-4D97-AF65-F5344CB8AC3E}">
        <p14:creationId xmlns:p14="http://schemas.microsoft.com/office/powerpoint/2010/main" val="1623554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3269-D0E7-B2A0-2537-B558D2556BC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93FD1C0-4C00-962D-1890-BC898429E8B7}"/>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F7C6082A-7F0C-E386-6DC3-983794937485}"/>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0E7462D9-7C69-BAA7-4FE4-B5CDE5E0EDBA}"/>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363662DD-BA33-D99A-039C-5DC55C12E560}"/>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7C54E810-8FD2-F166-91B4-05B217BF667D}"/>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36620AE4-BEAF-9D7F-C267-0874EA347EA3}"/>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52</a:t>
              </a:r>
            </a:p>
          </p:txBody>
        </p:sp>
      </p:grpSp>
    </p:spTree>
    <p:extLst>
      <p:ext uri="{BB962C8B-B14F-4D97-AF65-F5344CB8AC3E}">
        <p14:creationId xmlns:p14="http://schemas.microsoft.com/office/powerpoint/2010/main" val="1477835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7EA09-E412-33A7-C743-756A9F63FA5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A78B7B6-C86F-2CD5-717A-1202CCCEC7C3}"/>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5754B8CA-37F7-5E19-A3F2-E0BF3AA5A60A}"/>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23389927-84B1-170F-0B05-FEC168358F60}"/>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3C009057-25C9-B174-1464-ED2506C8638A}"/>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EEC619F4-182B-92DC-5D13-4B99E46A0C5C}"/>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5F9387C2-7848-CDE9-966E-9812826A3E1F}"/>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62</a:t>
              </a:r>
            </a:p>
          </p:txBody>
        </p:sp>
      </p:grpSp>
    </p:spTree>
    <p:extLst>
      <p:ext uri="{BB962C8B-B14F-4D97-AF65-F5344CB8AC3E}">
        <p14:creationId xmlns:p14="http://schemas.microsoft.com/office/powerpoint/2010/main" val="2499792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8E33D-FBAA-1917-4B18-38B9124E603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DC693D9-2E32-2968-1C48-04E926FA0703}"/>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956658DC-A0D9-6D03-5039-F4AE86D5AF7A}"/>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A87F1E0D-01E0-1E2A-E436-7A0A04CAADD5}"/>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74365FDF-78FC-759C-B077-751D033732FD}"/>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25C546E2-1611-AB28-D875-C18465ABC11F}"/>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FA0CE5AE-FDAC-C981-E620-A66A1C016505}"/>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82</a:t>
              </a:r>
            </a:p>
          </p:txBody>
        </p:sp>
      </p:grpSp>
    </p:spTree>
    <p:extLst>
      <p:ext uri="{BB962C8B-B14F-4D97-AF65-F5344CB8AC3E}">
        <p14:creationId xmlns:p14="http://schemas.microsoft.com/office/powerpoint/2010/main" val="96896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8A391-0B06-E286-D448-27CAC218039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1E42D77-2C07-524F-1648-D3A135ACBF5E}"/>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EC909144-282E-A8DD-A3F9-05B36D88D8F6}"/>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3A7B1267-4ABC-7C07-C28A-71F4F0604C0B}"/>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F2B71C5A-1D74-A1B6-0E73-81E2C8BDB162}"/>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9EC2B034-2CB2-FC4B-FAA8-EAF649EE4826}"/>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8792EF87-78D6-59C5-3BB1-0028007FB6B8}"/>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92</a:t>
              </a:r>
            </a:p>
          </p:txBody>
        </p:sp>
      </p:grpSp>
    </p:spTree>
    <p:extLst>
      <p:ext uri="{BB962C8B-B14F-4D97-AF65-F5344CB8AC3E}">
        <p14:creationId xmlns:p14="http://schemas.microsoft.com/office/powerpoint/2010/main" val="2167376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B932B-EC23-B58B-0493-1569A90C409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783EAD1-0C4B-0D01-A555-1D902EABE508}"/>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A5035C8F-AE39-4C6B-FC15-6282E9ACEB47}"/>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EEC99A1A-00D5-F951-350D-0738A7A172B5}"/>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D52CB603-44F4-0C37-7E29-078E35E9CE58}"/>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BC59EF76-5F1A-9421-61B8-0C225E71E5CD}"/>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407531CB-D114-4D84-C083-A974E1CD71FA}"/>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91</a:t>
              </a:r>
            </a:p>
          </p:txBody>
        </p:sp>
      </p:grpSp>
    </p:spTree>
    <p:extLst>
      <p:ext uri="{BB962C8B-B14F-4D97-AF65-F5344CB8AC3E}">
        <p14:creationId xmlns:p14="http://schemas.microsoft.com/office/powerpoint/2010/main" val="2727428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482B6-4DE7-BC83-E576-179DC7135A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F601C0A-A712-F8D5-8C66-3289D1A097F6}"/>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C8900C04-7AFA-4E43-9C5B-CA809520CADD}"/>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B8D2A591-4C28-C8B5-1A1D-966E4384B100}"/>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E008B403-E393-7F8A-C550-C64A019872E0}"/>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47C6F431-0125-491B-5AD4-CDAB0242B3E1}"/>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7B1CD512-BD33-1C9D-E178-AEED44769402}"/>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93</a:t>
              </a:r>
            </a:p>
          </p:txBody>
        </p:sp>
      </p:grpSp>
    </p:spTree>
    <p:extLst>
      <p:ext uri="{BB962C8B-B14F-4D97-AF65-F5344CB8AC3E}">
        <p14:creationId xmlns:p14="http://schemas.microsoft.com/office/powerpoint/2010/main" val="2609422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ABEE8-CBAD-78E7-2B1A-6931361D73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13EEB39-7910-8BC3-9F91-84D2BA46B07B}"/>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E338806B-6072-D14B-4002-DC2FF7D543CF}"/>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D95D9FCF-DF1A-94EE-127F-5A99E7AE17EA}"/>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97514EDC-60BE-182E-9894-16A60CE38BCF}"/>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5EBAF4B1-3BA8-2165-2DDE-2A503D8EACB6}"/>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F0DC9FD4-10B9-2718-A30E-8F3FAB21DE75}"/>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94</a:t>
              </a:r>
            </a:p>
          </p:txBody>
        </p:sp>
      </p:grpSp>
    </p:spTree>
    <p:extLst>
      <p:ext uri="{BB962C8B-B14F-4D97-AF65-F5344CB8AC3E}">
        <p14:creationId xmlns:p14="http://schemas.microsoft.com/office/powerpoint/2010/main" val="1610550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ECC0-3FFD-14DB-9894-7BCF7797177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1FEE18E-2041-A2D3-D9E2-65531C7797E6}"/>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69FABB00-D6A2-BEF9-07AF-D83C9C102343}"/>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30DC67EE-354D-8F0F-9D9C-0A5013FC83D7}"/>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D2FDC496-B94D-C953-9161-1FB9F88C404C}"/>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F9D6055C-8FB1-ED10-4D1B-1624FD66026E}"/>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8BE148E3-48B6-510F-5D1B-F0B539A522BA}"/>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95</a:t>
              </a:r>
            </a:p>
          </p:txBody>
        </p:sp>
      </p:grpSp>
    </p:spTree>
    <p:extLst>
      <p:ext uri="{BB962C8B-B14F-4D97-AF65-F5344CB8AC3E}">
        <p14:creationId xmlns:p14="http://schemas.microsoft.com/office/powerpoint/2010/main" val="1135975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CB98D-3615-8153-B7FA-691BF11DBA2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A41F744-6419-4BEC-32AC-75DF3ADADC61}"/>
              </a:ext>
            </a:extLst>
          </p:cNvPr>
          <p:cNvGrpSpPr/>
          <p:nvPr/>
        </p:nvGrpSpPr>
        <p:grpSpPr>
          <a:xfrm>
            <a:off x="3879476" y="531157"/>
            <a:ext cx="7322130" cy="4908333"/>
            <a:chOff x="682892" y="-275666"/>
            <a:chExt cx="4028286" cy="3117363"/>
          </a:xfrm>
        </p:grpSpPr>
        <p:sp>
          <p:nvSpPr>
            <p:cNvPr id="3" name="Rectangle 2">
              <a:extLst>
                <a:ext uri="{FF2B5EF4-FFF2-40B4-BE49-F238E27FC236}">
                  <a16:creationId xmlns:a16="http://schemas.microsoft.com/office/drawing/2014/main" id="{90CF85F2-914E-0804-9196-414ADDE201AB}"/>
                </a:ext>
              </a:extLst>
            </p:cNvPr>
            <p:cNvSpPr/>
            <p:nvPr/>
          </p:nvSpPr>
          <p:spPr>
            <a:xfrm>
              <a:off x="685800" y="-275666"/>
              <a:ext cx="4020673" cy="31129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TextBox 3">
              <a:extLst>
                <a:ext uri="{FF2B5EF4-FFF2-40B4-BE49-F238E27FC236}">
                  <a16:creationId xmlns:a16="http://schemas.microsoft.com/office/drawing/2014/main" id="{337E7079-537C-0939-EECD-90C66CAF3EE0}"/>
                </a:ext>
              </a:extLst>
            </p:cNvPr>
            <p:cNvSpPr txBox="1"/>
            <p:nvPr/>
          </p:nvSpPr>
          <p:spPr>
            <a:xfrm>
              <a:off x="685800" y="538700"/>
              <a:ext cx="2015715" cy="703707"/>
            </a:xfrm>
            <a:prstGeom prst="rect">
              <a:avLst/>
            </a:prstGeom>
            <a:noFill/>
          </p:spPr>
          <p:txBody>
            <a:bodyPr wrap="square" rtlCol="0">
              <a:spAutoFit/>
            </a:bodyPr>
            <a:lstStyle/>
            <a:p>
              <a:pPr algn="ctr"/>
              <a:r>
                <a:rPr lang="de-DE" sz="6600" dirty="0">
                  <a:solidFill>
                    <a:srgbClr val="FFA800"/>
                  </a:solidFill>
                </a:rPr>
                <a:t>%SpO2</a:t>
              </a:r>
            </a:p>
          </p:txBody>
        </p:sp>
        <p:sp>
          <p:nvSpPr>
            <p:cNvPr id="5" name="TextBox 4">
              <a:extLst>
                <a:ext uri="{FF2B5EF4-FFF2-40B4-BE49-F238E27FC236}">
                  <a16:creationId xmlns:a16="http://schemas.microsoft.com/office/drawing/2014/main" id="{2908C940-E679-8398-D9F7-FEC60A09E688}"/>
                </a:ext>
              </a:extLst>
            </p:cNvPr>
            <p:cNvSpPr txBox="1"/>
            <p:nvPr/>
          </p:nvSpPr>
          <p:spPr>
            <a:xfrm>
              <a:off x="2743264" y="538700"/>
              <a:ext cx="1967914" cy="703707"/>
            </a:xfrm>
            <a:prstGeom prst="rect">
              <a:avLst/>
            </a:prstGeom>
            <a:noFill/>
          </p:spPr>
          <p:txBody>
            <a:bodyPr wrap="square" rtlCol="0">
              <a:spAutoFit/>
            </a:bodyPr>
            <a:lstStyle/>
            <a:p>
              <a:pPr algn="ctr"/>
              <a:r>
                <a:rPr lang="de-DE" sz="6600" dirty="0" err="1">
                  <a:solidFill>
                    <a:srgbClr val="FFA800"/>
                  </a:solidFill>
                </a:rPr>
                <a:t>PRbpm</a:t>
              </a:r>
              <a:endParaRPr lang="de-DE" sz="6600" dirty="0">
                <a:solidFill>
                  <a:srgbClr val="FFA800"/>
                </a:solidFill>
              </a:endParaRPr>
            </a:p>
          </p:txBody>
        </p:sp>
        <p:sp>
          <p:nvSpPr>
            <p:cNvPr id="6" name="TextBox 5">
              <a:extLst>
                <a:ext uri="{FF2B5EF4-FFF2-40B4-BE49-F238E27FC236}">
                  <a16:creationId xmlns:a16="http://schemas.microsoft.com/office/drawing/2014/main" id="{45C7E0A8-BB76-57B9-1981-302DA70F9F4A}"/>
                </a:ext>
              </a:extLst>
            </p:cNvPr>
            <p:cNvSpPr txBox="1"/>
            <p:nvPr/>
          </p:nvSpPr>
          <p:spPr>
            <a:xfrm>
              <a:off x="682892" y="838089"/>
              <a:ext cx="2015716" cy="2003608"/>
            </a:xfrm>
            <a:prstGeom prst="rect">
              <a:avLst/>
            </a:prstGeom>
            <a:noFill/>
          </p:spPr>
          <p:txBody>
            <a:bodyPr wrap="square" rtlCol="0">
              <a:spAutoFit/>
            </a:bodyPr>
            <a:lstStyle/>
            <a:p>
              <a:pPr algn="ctr"/>
              <a:r>
                <a:rPr lang="de-DE" sz="19900" b="1" dirty="0">
                  <a:solidFill>
                    <a:srgbClr val="00FCFF"/>
                  </a:solidFill>
                </a:rPr>
                <a:t>99</a:t>
              </a:r>
            </a:p>
          </p:txBody>
        </p:sp>
        <p:sp>
          <p:nvSpPr>
            <p:cNvPr id="7" name="TextBox 6">
              <a:extLst>
                <a:ext uri="{FF2B5EF4-FFF2-40B4-BE49-F238E27FC236}">
                  <a16:creationId xmlns:a16="http://schemas.microsoft.com/office/drawing/2014/main" id="{09559BD5-598D-3C08-F2BF-BF171D222C73}"/>
                </a:ext>
              </a:extLst>
            </p:cNvPr>
            <p:cNvSpPr txBox="1"/>
            <p:nvPr/>
          </p:nvSpPr>
          <p:spPr>
            <a:xfrm>
              <a:off x="2691729" y="838089"/>
              <a:ext cx="2015716" cy="2003608"/>
            </a:xfrm>
            <a:prstGeom prst="rect">
              <a:avLst/>
            </a:prstGeom>
            <a:noFill/>
          </p:spPr>
          <p:txBody>
            <a:bodyPr wrap="square" rtlCol="0">
              <a:spAutoFit/>
            </a:bodyPr>
            <a:lstStyle/>
            <a:p>
              <a:pPr algn="ctr"/>
              <a:r>
                <a:rPr lang="de-DE" sz="19900" b="1" dirty="0">
                  <a:solidFill>
                    <a:srgbClr val="00FCFF"/>
                  </a:solidFill>
                </a:rPr>
                <a:t>96</a:t>
              </a:r>
            </a:p>
          </p:txBody>
        </p:sp>
      </p:grpSp>
    </p:spTree>
    <p:extLst>
      <p:ext uri="{BB962C8B-B14F-4D97-AF65-F5344CB8AC3E}">
        <p14:creationId xmlns:p14="http://schemas.microsoft.com/office/powerpoint/2010/main" val="2554740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EB0DE7D3-748A-51A2-5B0A-4E664CCAC747}"/>
              </a:ext>
            </a:extLst>
          </p:cNvPr>
          <p:cNvGrpSpPr/>
          <p:nvPr/>
        </p:nvGrpSpPr>
        <p:grpSpPr>
          <a:xfrm>
            <a:off x="0" y="0"/>
            <a:ext cx="9442174" cy="6858000"/>
            <a:chOff x="0" y="0"/>
            <a:chExt cx="9442174" cy="6858000"/>
          </a:xfrm>
        </p:grpSpPr>
        <p:pic>
          <p:nvPicPr>
            <p:cNvPr id="5" name="Picture 4" descr="A screen shot of a monitor&#10;&#10;AI-generated content may be incorrect.">
              <a:extLst>
                <a:ext uri="{FF2B5EF4-FFF2-40B4-BE49-F238E27FC236}">
                  <a16:creationId xmlns:a16="http://schemas.microsoft.com/office/drawing/2014/main" id="{C4E5D777-2A43-9B52-4BDE-45773CBE5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442174" cy="6858000"/>
            </a:xfrm>
            <a:prstGeom prst="rect">
              <a:avLst/>
            </a:prstGeom>
          </p:spPr>
        </p:pic>
        <p:sp>
          <p:nvSpPr>
            <p:cNvPr id="8" name="Rectangle 7">
              <a:extLst>
                <a:ext uri="{FF2B5EF4-FFF2-40B4-BE49-F238E27FC236}">
                  <a16:creationId xmlns:a16="http://schemas.microsoft.com/office/drawing/2014/main" id="{DCE57071-5EBE-8140-5728-53A1518D830C}"/>
                </a:ext>
              </a:extLst>
            </p:cNvPr>
            <p:cNvSpPr/>
            <p:nvPr/>
          </p:nvSpPr>
          <p:spPr>
            <a:xfrm>
              <a:off x="1889760" y="502920"/>
              <a:ext cx="9601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tangle 8">
              <a:extLst>
                <a:ext uri="{FF2B5EF4-FFF2-40B4-BE49-F238E27FC236}">
                  <a16:creationId xmlns:a16="http://schemas.microsoft.com/office/drawing/2014/main" id="{85DE2236-F4D6-96EA-32A2-1B241047E018}"/>
                </a:ext>
              </a:extLst>
            </p:cNvPr>
            <p:cNvSpPr/>
            <p:nvPr/>
          </p:nvSpPr>
          <p:spPr>
            <a:xfrm>
              <a:off x="91440" y="160020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tangle 9">
              <a:extLst>
                <a:ext uri="{FF2B5EF4-FFF2-40B4-BE49-F238E27FC236}">
                  <a16:creationId xmlns:a16="http://schemas.microsoft.com/office/drawing/2014/main" id="{234FE07B-ECB9-D2BE-713F-99ADFB6E50B6}"/>
                </a:ext>
              </a:extLst>
            </p:cNvPr>
            <p:cNvSpPr/>
            <p:nvPr/>
          </p:nvSpPr>
          <p:spPr>
            <a:xfrm>
              <a:off x="91440" y="244602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tangle 10">
              <a:extLst>
                <a:ext uri="{FF2B5EF4-FFF2-40B4-BE49-F238E27FC236}">
                  <a16:creationId xmlns:a16="http://schemas.microsoft.com/office/drawing/2014/main" id="{9D3D629E-668F-735E-5747-E995EFAE0094}"/>
                </a:ext>
              </a:extLst>
            </p:cNvPr>
            <p:cNvSpPr/>
            <p:nvPr/>
          </p:nvSpPr>
          <p:spPr>
            <a:xfrm>
              <a:off x="0" y="342900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tangle 11">
              <a:extLst>
                <a:ext uri="{FF2B5EF4-FFF2-40B4-BE49-F238E27FC236}">
                  <a16:creationId xmlns:a16="http://schemas.microsoft.com/office/drawing/2014/main" id="{3A4B1A3E-9F9B-0DBA-4E07-3E7EE950D2A3}"/>
                </a:ext>
              </a:extLst>
            </p:cNvPr>
            <p:cNvSpPr/>
            <p:nvPr/>
          </p:nvSpPr>
          <p:spPr>
            <a:xfrm>
              <a:off x="91440" y="427482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tangle 12">
              <a:extLst>
                <a:ext uri="{FF2B5EF4-FFF2-40B4-BE49-F238E27FC236}">
                  <a16:creationId xmlns:a16="http://schemas.microsoft.com/office/drawing/2014/main" id="{95F9875D-0AD3-1EF6-0B92-224708C716E2}"/>
                </a:ext>
              </a:extLst>
            </p:cNvPr>
            <p:cNvSpPr/>
            <p:nvPr/>
          </p:nvSpPr>
          <p:spPr>
            <a:xfrm>
              <a:off x="91440" y="5314950"/>
              <a:ext cx="92964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tangle 13">
              <a:extLst>
                <a:ext uri="{FF2B5EF4-FFF2-40B4-BE49-F238E27FC236}">
                  <a16:creationId xmlns:a16="http://schemas.microsoft.com/office/drawing/2014/main" id="{C1FBAA0A-BE98-5645-6D6D-1C13A2C44C54}"/>
                </a:ext>
              </a:extLst>
            </p:cNvPr>
            <p:cNvSpPr/>
            <p:nvPr/>
          </p:nvSpPr>
          <p:spPr>
            <a:xfrm>
              <a:off x="6896100" y="388620"/>
              <a:ext cx="1028700" cy="5943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BB00"/>
                  </a:solidFill>
                </a:rPr>
                <a:t>ECG</a:t>
              </a:r>
            </a:p>
            <a:p>
              <a:r>
                <a:rPr lang="de-DE" sz="2400" dirty="0">
                  <a:solidFill>
                    <a:srgbClr val="00BB00"/>
                  </a:solidFill>
                </a:rPr>
                <a:t>bpm</a:t>
              </a:r>
            </a:p>
          </p:txBody>
        </p:sp>
        <p:sp>
          <p:nvSpPr>
            <p:cNvPr id="15" name="Rectangle 14">
              <a:extLst>
                <a:ext uri="{FF2B5EF4-FFF2-40B4-BE49-F238E27FC236}">
                  <a16:creationId xmlns:a16="http://schemas.microsoft.com/office/drawing/2014/main" id="{8D349163-D411-8737-AFF9-578E5716BB78}"/>
                </a:ext>
              </a:extLst>
            </p:cNvPr>
            <p:cNvSpPr/>
            <p:nvPr/>
          </p:nvSpPr>
          <p:spPr>
            <a:xfrm>
              <a:off x="7581900" y="548640"/>
              <a:ext cx="1623060" cy="9525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00BB00"/>
                  </a:solidFill>
                </a:rPr>
                <a:t>80</a:t>
              </a:r>
            </a:p>
          </p:txBody>
        </p:sp>
        <p:sp>
          <p:nvSpPr>
            <p:cNvPr id="16" name="Rectangle 15">
              <a:extLst>
                <a:ext uri="{FF2B5EF4-FFF2-40B4-BE49-F238E27FC236}">
                  <a16:creationId xmlns:a16="http://schemas.microsoft.com/office/drawing/2014/main" id="{3AB083BD-4D9D-7673-D47F-C90A5A0BA17D}"/>
                </a:ext>
              </a:extLst>
            </p:cNvPr>
            <p:cNvSpPr/>
            <p:nvPr/>
          </p:nvSpPr>
          <p:spPr>
            <a:xfrm>
              <a:off x="8176260" y="1714500"/>
              <a:ext cx="113538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800" dirty="0">
                  <a:solidFill>
                    <a:srgbClr val="FFA800"/>
                  </a:solidFill>
                </a:rPr>
                <a:t>TEMP</a:t>
              </a:r>
            </a:p>
          </p:txBody>
        </p:sp>
        <p:sp>
          <p:nvSpPr>
            <p:cNvPr id="18" name="Rectangle 17">
              <a:extLst>
                <a:ext uri="{FF2B5EF4-FFF2-40B4-BE49-F238E27FC236}">
                  <a16:creationId xmlns:a16="http://schemas.microsoft.com/office/drawing/2014/main" id="{FDBA3E62-F0FF-FAA3-BC36-B114FFF8971B}"/>
                </a:ext>
              </a:extLst>
            </p:cNvPr>
            <p:cNvSpPr/>
            <p:nvPr/>
          </p:nvSpPr>
          <p:spPr>
            <a:xfrm>
              <a:off x="7498080" y="2562225"/>
              <a:ext cx="1921234"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00FCFF"/>
                  </a:solidFill>
                </a:rPr>
                <a:t>99</a:t>
              </a:r>
            </a:p>
          </p:txBody>
        </p:sp>
        <p:sp>
          <p:nvSpPr>
            <p:cNvPr id="19" name="Rectangle 18">
              <a:extLst>
                <a:ext uri="{FF2B5EF4-FFF2-40B4-BE49-F238E27FC236}">
                  <a16:creationId xmlns:a16="http://schemas.microsoft.com/office/drawing/2014/main" id="{4D09F85A-41DF-0A68-A3E3-BFA4D61D9A31}"/>
                </a:ext>
              </a:extLst>
            </p:cNvPr>
            <p:cNvSpPr/>
            <p:nvPr/>
          </p:nvSpPr>
          <p:spPr>
            <a:xfrm>
              <a:off x="6903720" y="2558415"/>
              <a:ext cx="102870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FCFF"/>
                  </a:solidFill>
                </a:rPr>
                <a:t>SpO2</a:t>
              </a:r>
            </a:p>
          </p:txBody>
        </p:sp>
        <p:sp>
          <p:nvSpPr>
            <p:cNvPr id="22" name="Rectangle 21">
              <a:extLst>
                <a:ext uri="{FF2B5EF4-FFF2-40B4-BE49-F238E27FC236}">
                  <a16:creationId xmlns:a16="http://schemas.microsoft.com/office/drawing/2014/main" id="{356E8184-647B-F958-B39B-7A0349B96BB3}"/>
                </a:ext>
              </a:extLst>
            </p:cNvPr>
            <p:cNvSpPr/>
            <p:nvPr/>
          </p:nvSpPr>
          <p:spPr>
            <a:xfrm>
              <a:off x="8994250" y="2527935"/>
              <a:ext cx="421419" cy="4191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FCFF"/>
                  </a:solidFill>
                </a:rPr>
                <a:t>%</a:t>
              </a:r>
            </a:p>
          </p:txBody>
        </p:sp>
        <p:sp>
          <p:nvSpPr>
            <p:cNvPr id="23" name="Rectangle 22">
              <a:extLst>
                <a:ext uri="{FF2B5EF4-FFF2-40B4-BE49-F238E27FC236}">
                  <a16:creationId xmlns:a16="http://schemas.microsoft.com/office/drawing/2014/main" id="{A1B4C8BB-D66C-537F-90E0-E2E86E26DE12}"/>
                </a:ext>
              </a:extLst>
            </p:cNvPr>
            <p:cNvSpPr/>
            <p:nvPr/>
          </p:nvSpPr>
          <p:spPr>
            <a:xfrm>
              <a:off x="7256559" y="3369945"/>
              <a:ext cx="1921234"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FF78FF"/>
                  </a:solidFill>
                </a:rPr>
                <a:t>38</a:t>
              </a:r>
            </a:p>
          </p:txBody>
        </p:sp>
        <p:sp>
          <p:nvSpPr>
            <p:cNvPr id="24" name="Rectangle 23">
              <a:extLst>
                <a:ext uri="{FF2B5EF4-FFF2-40B4-BE49-F238E27FC236}">
                  <a16:creationId xmlns:a16="http://schemas.microsoft.com/office/drawing/2014/main" id="{D37D55D0-276D-84DA-C182-91E0CAB17D46}"/>
                </a:ext>
              </a:extLst>
            </p:cNvPr>
            <p:cNvSpPr/>
            <p:nvPr/>
          </p:nvSpPr>
          <p:spPr>
            <a:xfrm>
              <a:off x="6903720" y="3331845"/>
              <a:ext cx="80772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FF78FF"/>
                  </a:solidFill>
                </a:rPr>
                <a:t>CO2</a:t>
              </a:r>
            </a:p>
          </p:txBody>
        </p:sp>
        <p:sp>
          <p:nvSpPr>
            <p:cNvPr id="25" name="Rectangle 24">
              <a:extLst>
                <a:ext uri="{FF2B5EF4-FFF2-40B4-BE49-F238E27FC236}">
                  <a16:creationId xmlns:a16="http://schemas.microsoft.com/office/drawing/2014/main" id="{CBF499B5-D22B-0D30-1399-F13BAC6848F6}"/>
                </a:ext>
              </a:extLst>
            </p:cNvPr>
            <p:cNvSpPr/>
            <p:nvPr/>
          </p:nvSpPr>
          <p:spPr>
            <a:xfrm>
              <a:off x="8712643" y="3354706"/>
              <a:ext cx="703026"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400" dirty="0" err="1">
                  <a:solidFill>
                    <a:srgbClr val="FF78FF"/>
                  </a:solidFill>
                </a:rPr>
                <a:t>mmHg</a:t>
              </a:r>
              <a:endParaRPr lang="de-DE" sz="1400" dirty="0">
                <a:solidFill>
                  <a:srgbClr val="FF78FF"/>
                </a:solidFill>
              </a:endParaRPr>
            </a:p>
          </p:txBody>
        </p:sp>
        <p:sp>
          <p:nvSpPr>
            <p:cNvPr id="26" name="Rectangle 25">
              <a:extLst>
                <a:ext uri="{FF2B5EF4-FFF2-40B4-BE49-F238E27FC236}">
                  <a16:creationId xmlns:a16="http://schemas.microsoft.com/office/drawing/2014/main" id="{16DD963B-B3F7-E21C-0FE1-AB1A4FA2B533}"/>
                </a:ext>
              </a:extLst>
            </p:cNvPr>
            <p:cNvSpPr/>
            <p:nvPr/>
          </p:nvSpPr>
          <p:spPr>
            <a:xfrm>
              <a:off x="6903719" y="4183381"/>
              <a:ext cx="807720" cy="28765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DC2800"/>
                  </a:solidFill>
                </a:rPr>
                <a:t>IBP</a:t>
              </a:r>
            </a:p>
          </p:txBody>
        </p:sp>
        <p:sp>
          <p:nvSpPr>
            <p:cNvPr id="27" name="Rectangle 26">
              <a:extLst>
                <a:ext uri="{FF2B5EF4-FFF2-40B4-BE49-F238E27FC236}">
                  <a16:creationId xmlns:a16="http://schemas.microsoft.com/office/drawing/2014/main" id="{C7E0816C-04C8-4A2A-0EE7-DC0C6AE98436}"/>
                </a:ext>
              </a:extLst>
            </p:cNvPr>
            <p:cNvSpPr/>
            <p:nvPr/>
          </p:nvSpPr>
          <p:spPr>
            <a:xfrm>
              <a:off x="8542020" y="4206242"/>
              <a:ext cx="873649"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err="1">
                  <a:solidFill>
                    <a:srgbClr val="DC2800"/>
                  </a:solidFill>
                </a:rPr>
                <a:t>mmHg</a:t>
              </a:r>
              <a:endParaRPr lang="de-DE" dirty="0">
                <a:solidFill>
                  <a:srgbClr val="DC2800"/>
                </a:solidFill>
              </a:endParaRPr>
            </a:p>
          </p:txBody>
        </p:sp>
        <p:sp>
          <p:nvSpPr>
            <p:cNvPr id="28" name="Rectangle 27">
              <a:extLst>
                <a:ext uri="{FF2B5EF4-FFF2-40B4-BE49-F238E27FC236}">
                  <a16:creationId xmlns:a16="http://schemas.microsoft.com/office/drawing/2014/main" id="{204B4781-AECC-CA2D-AC1D-CA588C94DA79}"/>
                </a:ext>
              </a:extLst>
            </p:cNvPr>
            <p:cNvSpPr/>
            <p:nvPr/>
          </p:nvSpPr>
          <p:spPr>
            <a:xfrm>
              <a:off x="6903718" y="4471036"/>
              <a:ext cx="2511951" cy="962026"/>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200" dirty="0">
                  <a:solidFill>
                    <a:srgbClr val="DC2800"/>
                  </a:solidFill>
                </a:rPr>
                <a:t>120/80     (93)</a:t>
              </a:r>
            </a:p>
          </p:txBody>
        </p:sp>
        <p:sp>
          <p:nvSpPr>
            <p:cNvPr id="30" name="Rectangle 29">
              <a:extLst>
                <a:ext uri="{FF2B5EF4-FFF2-40B4-BE49-F238E27FC236}">
                  <a16:creationId xmlns:a16="http://schemas.microsoft.com/office/drawing/2014/main" id="{96889752-2E4B-6D19-1628-6225EAB8F901}"/>
                </a:ext>
              </a:extLst>
            </p:cNvPr>
            <p:cNvSpPr/>
            <p:nvPr/>
          </p:nvSpPr>
          <p:spPr>
            <a:xfrm>
              <a:off x="6896101" y="5466397"/>
              <a:ext cx="971386" cy="28765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F4F4F4"/>
                  </a:solidFill>
                </a:rPr>
                <a:t>NIBP</a:t>
              </a:r>
            </a:p>
          </p:txBody>
        </p:sp>
        <p:sp>
          <p:nvSpPr>
            <p:cNvPr id="31" name="Rectangle 30">
              <a:extLst>
                <a:ext uri="{FF2B5EF4-FFF2-40B4-BE49-F238E27FC236}">
                  <a16:creationId xmlns:a16="http://schemas.microsoft.com/office/drawing/2014/main" id="{F6E795FF-8EAD-2BC3-9DCB-EFA61808C553}"/>
                </a:ext>
              </a:extLst>
            </p:cNvPr>
            <p:cNvSpPr/>
            <p:nvPr/>
          </p:nvSpPr>
          <p:spPr>
            <a:xfrm>
              <a:off x="8534402" y="5489258"/>
              <a:ext cx="854073"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err="1">
                  <a:solidFill>
                    <a:srgbClr val="F4F4F4"/>
                  </a:solidFill>
                </a:rPr>
                <a:t>mmHg</a:t>
              </a:r>
              <a:endParaRPr lang="de-DE" dirty="0">
                <a:solidFill>
                  <a:srgbClr val="F4F4F4"/>
                </a:solidFill>
              </a:endParaRPr>
            </a:p>
          </p:txBody>
        </p:sp>
        <p:sp>
          <p:nvSpPr>
            <p:cNvPr id="32" name="Rectangle 31">
              <a:extLst>
                <a:ext uri="{FF2B5EF4-FFF2-40B4-BE49-F238E27FC236}">
                  <a16:creationId xmlns:a16="http://schemas.microsoft.com/office/drawing/2014/main" id="{D099B56D-20E4-950B-AADC-F23851230A41}"/>
                </a:ext>
              </a:extLst>
            </p:cNvPr>
            <p:cNvSpPr/>
            <p:nvPr/>
          </p:nvSpPr>
          <p:spPr>
            <a:xfrm>
              <a:off x="6896100" y="5754052"/>
              <a:ext cx="2511951" cy="962026"/>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200" dirty="0">
                  <a:solidFill>
                    <a:srgbClr val="F4F4F4"/>
                  </a:solidFill>
                </a:rPr>
                <a:t>120/80     (93)</a:t>
              </a:r>
            </a:p>
          </p:txBody>
        </p:sp>
        <p:sp>
          <p:nvSpPr>
            <p:cNvPr id="33" name="Rectangle 32">
              <a:extLst>
                <a:ext uri="{FF2B5EF4-FFF2-40B4-BE49-F238E27FC236}">
                  <a16:creationId xmlns:a16="http://schemas.microsoft.com/office/drawing/2014/main" id="{5C15A827-3E12-B302-D152-1BC2C9A74927}"/>
                </a:ext>
              </a:extLst>
            </p:cNvPr>
            <p:cNvSpPr/>
            <p:nvPr/>
          </p:nvSpPr>
          <p:spPr>
            <a:xfrm>
              <a:off x="495300" y="502920"/>
              <a:ext cx="40386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tangle 33">
              <a:extLst>
                <a:ext uri="{FF2B5EF4-FFF2-40B4-BE49-F238E27FC236}">
                  <a16:creationId xmlns:a16="http://schemas.microsoft.com/office/drawing/2014/main" id="{9DDB998B-44BE-15E3-8818-84AB05A5A7FF}"/>
                </a:ext>
              </a:extLst>
            </p:cNvPr>
            <p:cNvSpPr/>
            <p:nvPr/>
          </p:nvSpPr>
          <p:spPr>
            <a:xfrm>
              <a:off x="56156" y="502920"/>
              <a:ext cx="31623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687763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784B3-2F75-1925-C7EF-43063276382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08EE7598-D124-15B9-D6F3-F6CC6023B46E}"/>
              </a:ext>
            </a:extLst>
          </p:cNvPr>
          <p:cNvGrpSpPr/>
          <p:nvPr/>
        </p:nvGrpSpPr>
        <p:grpSpPr>
          <a:xfrm>
            <a:off x="0" y="-9973"/>
            <a:ext cx="11497235" cy="6867973"/>
            <a:chOff x="0" y="-9973"/>
            <a:chExt cx="11497235" cy="6867973"/>
          </a:xfrm>
        </p:grpSpPr>
        <p:grpSp>
          <p:nvGrpSpPr>
            <p:cNvPr id="3" name="Group 2">
              <a:extLst>
                <a:ext uri="{FF2B5EF4-FFF2-40B4-BE49-F238E27FC236}">
                  <a16:creationId xmlns:a16="http://schemas.microsoft.com/office/drawing/2014/main" id="{A30F3F4E-C06B-51FE-3EB2-99709D66BE6E}"/>
                </a:ext>
              </a:extLst>
            </p:cNvPr>
            <p:cNvGrpSpPr/>
            <p:nvPr/>
          </p:nvGrpSpPr>
          <p:grpSpPr>
            <a:xfrm>
              <a:off x="0" y="0"/>
              <a:ext cx="9165343" cy="6858000"/>
              <a:chOff x="0" y="0"/>
              <a:chExt cx="9165343" cy="6858000"/>
            </a:xfrm>
          </p:grpSpPr>
          <p:grpSp>
            <p:nvGrpSpPr>
              <p:cNvPr id="35" name="Group 34">
                <a:extLst>
                  <a:ext uri="{FF2B5EF4-FFF2-40B4-BE49-F238E27FC236}">
                    <a16:creationId xmlns:a16="http://schemas.microsoft.com/office/drawing/2014/main" id="{46ECF6FF-C600-94D7-4BD3-4EA0942030AD}"/>
                  </a:ext>
                </a:extLst>
              </p:cNvPr>
              <p:cNvGrpSpPr/>
              <p:nvPr/>
            </p:nvGrpSpPr>
            <p:grpSpPr>
              <a:xfrm>
                <a:off x="0" y="0"/>
                <a:ext cx="9165343" cy="6858000"/>
                <a:chOff x="0" y="0"/>
                <a:chExt cx="9443383" cy="6858000"/>
              </a:xfrm>
            </p:grpSpPr>
            <p:pic>
              <p:nvPicPr>
                <p:cNvPr id="5" name="Picture 4" descr="A screen shot of a monitor&#10;&#10;AI-generated content may be incorrect.">
                  <a:extLst>
                    <a:ext uri="{FF2B5EF4-FFF2-40B4-BE49-F238E27FC236}">
                      <a16:creationId xmlns:a16="http://schemas.microsoft.com/office/drawing/2014/main" id="{57A18187-DCBF-6F3A-C6E4-CE59A7DC4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442174" cy="6858000"/>
                </a:xfrm>
                <a:prstGeom prst="rect">
                  <a:avLst/>
                </a:prstGeom>
              </p:spPr>
            </p:pic>
            <p:sp>
              <p:nvSpPr>
                <p:cNvPr id="8" name="Rectangle 7">
                  <a:extLst>
                    <a:ext uri="{FF2B5EF4-FFF2-40B4-BE49-F238E27FC236}">
                      <a16:creationId xmlns:a16="http://schemas.microsoft.com/office/drawing/2014/main" id="{25FDC7A2-A630-E1A0-11A7-F1E4EDA15427}"/>
                    </a:ext>
                  </a:extLst>
                </p:cNvPr>
                <p:cNvSpPr/>
                <p:nvPr/>
              </p:nvSpPr>
              <p:spPr>
                <a:xfrm>
                  <a:off x="1889760" y="502920"/>
                  <a:ext cx="9601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tangle 8">
                  <a:extLst>
                    <a:ext uri="{FF2B5EF4-FFF2-40B4-BE49-F238E27FC236}">
                      <a16:creationId xmlns:a16="http://schemas.microsoft.com/office/drawing/2014/main" id="{526C543F-7BF5-20F5-04AA-ECE1FCE30E14}"/>
                    </a:ext>
                  </a:extLst>
                </p:cNvPr>
                <p:cNvSpPr/>
                <p:nvPr/>
              </p:nvSpPr>
              <p:spPr>
                <a:xfrm>
                  <a:off x="91440" y="160020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tangle 9">
                  <a:extLst>
                    <a:ext uri="{FF2B5EF4-FFF2-40B4-BE49-F238E27FC236}">
                      <a16:creationId xmlns:a16="http://schemas.microsoft.com/office/drawing/2014/main" id="{D9D59068-8FA8-EE3A-1E96-68BB7BFEE57C}"/>
                    </a:ext>
                  </a:extLst>
                </p:cNvPr>
                <p:cNvSpPr/>
                <p:nvPr/>
              </p:nvSpPr>
              <p:spPr>
                <a:xfrm>
                  <a:off x="91440" y="244602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tangle 10">
                  <a:extLst>
                    <a:ext uri="{FF2B5EF4-FFF2-40B4-BE49-F238E27FC236}">
                      <a16:creationId xmlns:a16="http://schemas.microsoft.com/office/drawing/2014/main" id="{6CC69EF1-CF7D-1CC6-7DB2-AD63C687C41C}"/>
                    </a:ext>
                  </a:extLst>
                </p:cNvPr>
                <p:cNvSpPr/>
                <p:nvPr/>
              </p:nvSpPr>
              <p:spPr>
                <a:xfrm>
                  <a:off x="0" y="342900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tangle 11">
                  <a:extLst>
                    <a:ext uri="{FF2B5EF4-FFF2-40B4-BE49-F238E27FC236}">
                      <a16:creationId xmlns:a16="http://schemas.microsoft.com/office/drawing/2014/main" id="{DA6298F5-E8C0-535A-C571-B327B7831B2C}"/>
                    </a:ext>
                  </a:extLst>
                </p:cNvPr>
                <p:cNvSpPr/>
                <p:nvPr/>
              </p:nvSpPr>
              <p:spPr>
                <a:xfrm>
                  <a:off x="91440" y="4274820"/>
                  <a:ext cx="80772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tangle 12">
                  <a:extLst>
                    <a:ext uri="{FF2B5EF4-FFF2-40B4-BE49-F238E27FC236}">
                      <a16:creationId xmlns:a16="http://schemas.microsoft.com/office/drawing/2014/main" id="{9ED0475E-7FF0-F63C-6F76-6FA9C2E47710}"/>
                    </a:ext>
                  </a:extLst>
                </p:cNvPr>
                <p:cNvSpPr/>
                <p:nvPr/>
              </p:nvSpPr>
              <p:spPr>
                <a:xfrm>
                  <a:off x="91440" y="5314950"/>
                  <a:ext cx="92964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tangle 13">
                  <a:extLst>
                    <a:ext uri="{FF2B5EF4-FFF2-40B4-BE49-F238E27FC236}">
                      <a16:creationId xmlns:a16="http://schemas.microsoft.com/office/drawing/2014/main" id="{C22402EC-EB90-03FA-0482-5236083A7498}"/>
                    </a:ext>
                  </a:extLst>
                </p:cNvPr>
                <p:cNvSpPr/>
                <p:nvPr/>
              </p:nvSpPr>
              <p:spPr>
                <a:xfrm>
                  <a:off x="6896100" y="388620"/>
                  <a:ext cx="1028700" cy="5943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BB00"/>
                      </a:solidFill>
                    </a:rPr>
                    <a:t>ECG</a:t>
                  </a:r>
                </a:p>
                <a:p>
                  <a:r>
                    <a:rPr lang="de-DE" sz="2400" dirty="0">
                      <a:solidFill>
                        <a:srgbClr val="00BB00"/>
                      </a:solidFill>
                    </a:rPr>
                    <a:t>bpm</a:t>
                  </a:r>
                </a:p>
              </p:txBody>
            </p:sp>
            <p:sp>
              <p:nvSpPr>
                <p:cNvPr id="15" name="Rectangle 14">
                  <a:extLst>
                    <a:ext uri="{FF2B5EF4-FFF2-40B4-BE49-F238E27FC236}">
                      <a16:creationId xmlns:a16="http://schemas.microsoft.com/office/drawing/2014/main" id="{AFB43EEB-35B9-D01D-5D65-9997B5067D79}"/>
                    </a:ext>
                  </a:extLst>
                </p:cNvPr>
                <p:cNvSpPr/>
                <p:nvPr/>
              </p:nvSpPr>
              <p:spPr>
                <a:xfrm>
                  <a:off x="7581900" y="548640"/>
                  <a:ext cx="1623060" cy="9525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00BB00"/>
                      </a:solidFill>
                    </a:rPr>
                    <a:t>80</a:t>
                  </a:r>
                </a:p>
              </p:txBody>
            </p:sp>
            <p:sp>
              <p:nvSpPr>
                <p:cNvPr id="16" name="Rectangle 15">
                  <a:extLst>
                    <a:ext uri="{FF2B5EF4-FFF2-40B4-BE49-F238E27FC236}">
                      <a16:creationId xmlns:a16="http://schemas.microsoft.com/office/drawing/2014/main" id="{6C8142C6-C682-28DB-A5FE-478B120238FD}"/>
                    </a:ext>
                  </a:extLst>
                </p:cNvPr>
                <p:cNvSpPr/>
                <p:nvPr/>
              </p:nvSpPr>
              <p:spPr>
                <a:xfrm>
                  <a:off x="8176260" y="1714500"/>
                  <a:ext cx="113538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800" dirty="0">
                      <a:solidFill>
                        <a:srgbClr val="FFA800"/>
                      </a:solidFill>
                    </a:rPr>
                    <a:t>TEMP</a:t>
                  </a:r>
                </a:p>
              </p:txBody>
            </p:sp>
            <p:sp>
              <p:nvSpPr>
                <p:cNvPr id="18" name="Rectangle 17">
                  <a:extLst>
                    <a:ext uri="{FF2B5EF4-FFF2-40B4-BE49-F238E27FC236}">
                      <a16:creationId xmlns:a16="http://schemas.microsoft.com/office/drawing/2014/main" id="{E9F08EF9-6D4F-5C36-7753-D289CE70957A}"/>
                    </a:ext>
                  </a:extLst>
                </p:cNvPr>
                <p:cNvSpPr/>
                <p:nvPr/>
              </p:nvSpPr>
              <p:spPr>
                <a:xfrm>
                  <a:off x="7498080" y="2562225"/>
                  <a:ext cx="1921234"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00FCFF"/>
                      </a:solidFill>
                    </a:rPr>
                    <a:t>99</a:t>
                  </a:r>
                </a:p>
              </p:txBody>
            </p:sp>
            <p:sp>
              <p:nvSpPr>
                <p:cNvPr id="19" name="Rectangle 18">
                  <a:extLst>
                    <a:ext uri="{FF2B5EF4-FFF2-40B4-BE49-F238E27FC236}">
                      <a16:creationId xmlns:a16="http://schemas.microsoft.com/office/drawing/2014/main" id="{E2DC3C1A-2935-AF5B-05B3-25A0F69C18B8}"/>
                    </a:ext>
                  </a:extLst>
                </p:cNvPr>
                <p:cNvSpPr/>
                <p:nvPr/>
              </p:nvSpPr>
              <p:spPr>
                <a:xfrm>
                  <a:off x="6903720" y="2558415"/>
                  <a:ext cx="102870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FCFF"/>
                      </a:solidFill>
                    </a:rPr>
                    <a:t>SpO2</a:t>
                  </a:r>
                </a:p>
              </p:txBody>
            </p:sp>
            <p:sp>
              <p:nvSpPr>
                <p:cNvPr id="22" name="Rectangle 21">
                  <a:extLst>
                    <a:ext uri="{FF2B5EF4-FFF2-40B4-BE49-F238E27FC236}">
                      <a16:creationId xmlns:a16="http://schemas.microsoft.com/office/drawing/2014/main" id="{3D015FF5-4314-43DC-57BE-80D8560E234E}"/>
                    </a:ext>
                  </a:extLst>
                </p:cNvPr>
                <p:cNvSpPr/>
                <p:nvPr/>
              </p:nvSpPr>
              <p:spPr>
                <a:xfrm>
                  <a:off x="8994250" y="2527935"/>
                  <a:ext cx="421419" cy="4191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00FCFF"/>
                      </a:solidFill>
                    </a:rPr>
                    <a:t>%</a:t>
                  </a:r>
                </a:p>
              </p:txBody>
            </p:sp>
            <p:sp>
              <p:nvSpPr>
                <p:cNvPr id="23" name="Rectangle 22">
                  <a:extLst>
                    <a:ext uri="{FF2B5EF4-FFF2-40B4-BE49-F238E27FC236}">
                      <a16:creationId xmlns:a16="http://schemas.microsoft.com/office/drawing/2014/main" id="{205A766A-5760-46F4-BD56-BE501C8E0812}"/>
                    </a:ext>
                  </a:extLst>
                </p:cNvPr>
                <p:cNvSpPr/>
                <p:nvPr/>
              </p:nvSpPr>
              <p:spPr>
                <a:xfrm>
                  <a:off x="7256559" y="3369945"/>
                  <a:ext cx="1921234"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0" dirty="0">
                      <a:solidFill>
                        <a:srgbClr val="FF78FF"/>
                      </a:solidFill>
                    </a:rPr>
                    <a:t>38</a:t>
                  </a:r>
                </a:p>
              </p:txBody>
            </p:sp>
            <p:sp>
              <p:nvSpPr>
                <p:cNvPr id="24" name="Rectangle 23">
                  <a:extLst>
                    <a:ext uri="{FF2B5EF4-FFF2-40B4-BE49-F238E27FC236}">
                      <a16:creationId xmlns:a16="http://schemas.microsoft.com/office/drawing/2014/main" id="{3DED9440-45BE-2C18-4E0C-12D4F7334902}"/>
                    </a:ext>
                  </a:extLst>
                </p:cNvPr>
                <p:cNvSpPr/>
                <p:nvPr/>
              </p:nvSpPr>
              <p:spPr>
                <a:xfrm>
                  <a:off x="6903720" y="3331845"/>
                  <a:ext cx="807720" cy="73152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FF78FF"/>
                      </a:solidFill>
                    </a:rPr>
                    <a:t>CO2</a:t>
                  </a:r>
                </a:p>
              </p:txBody>
            </p:sp>
            <p:sp>
              <p:nvSpPr>
                <p:cNvPr id="26" name="Rectangle 25">
                  <a:extLst>
                    <a:ext uri="{FF2B5EF4-FFF2-40B4-BE49-F238E27FC236}">
                      <a16:creationId xmlns:a16="http://schemas.microsoft.com/office/drawing/2014/main" id="{0E034449-49EF-593A-7C54-9CF6CD9AD7C8}"/>
                    </a:ext>
                  </a:extLst>
                </p:cNvPr>
                <p:cNvSpPr/>
                <p:nvPr/>
              </p:nvSpPr>
              <p:spPr>
                <a:xfrm>
                  <a:off x="6903719" y="4183381"/>
                  <a:ext cx="807720" cy="28765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DC2800"/>
                      </a:solidFill>
                    </a:rPr>
                    <a:t>IBP</a:t>
                  </a:r>
                </a:p>
              </p:txBody>
            </p:sp>
            <p:sp>
              <p:nvSpPr>
                <p:cNvPr id="28" name="Rectangle 27">
                  <a:extLst>
                    <a:ext uri="{FF2B5EF4-FFF2-40B4-BE49-F238E27FC236}">
                      <a16:creationId xmlns:a16="http://schemas.microsoft.com/office/drawing/2014/main" id="{7635D81B-574B-F002-5B62-C74A9A4EC126}"/>
                    </a:ext>
                  </a:extLst>
                </p:cNvPr>
                <p:cNvSpPr/>
                <p:nvPr/>
              </p:nvSpPr>
              <p:spPr>
                <a:xfrm>
                  <a:off x="6903718" y="4471036"/>
                  <a:ext cx="2511951" cy="962026"/>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200" dirty="0">
                      <a:solidFill>
                        <a:srgbClr val="DC2800"/>
                      </a:solidFill>
                    </a:rPr>
                    <a:t>120/80     (93)</a:t>
                  </a:r>
                </a:p>
              </p:txBody>
            </p:sp>
            <p:sp>
              <p:nvSpPr>
                <p:cNvPr id="30" name="Rectangle 29">
                  <a:extLst>
                    <a:ext uri="{FF2B5EF4-FFF2-40B4-BE49-F238E27FC236}">
                      <a16:creationId xmlns:a16="http://schemas.microsoft.com/office/drawing/2014/main" id="{95BEC793-C3EF-A792-4CA5-C73C00ECAACD}"/>
                    </a:ext>
                  </a:extLst>
                </p:cNvPr>
                <p:cNvSpPr/>
                <p:nvPr/>
              </p:nvSpPr>
              <p:spPr>
                <a:xfrm>
                  <a:off x="6896101" y="5466397"/>
                  <a:ext cx="971386" cy="28765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2400" dirty="0">
                      <a:solidFill>
                        <a:srgbClr val="F4F4F4"/>
                      </a:solidFill>
                    </a:rPr>
                    <a:t>NIBP</a:t>
                  </a:r>
                </a:p>
              </p:txBody>
            </p:sp>
            <p:sp>
              <p:nvSpPr>
                <p:cNvPr id="32" name="Rectangle 31">
                  <a:extLst>
                    <a:ext uri="{FF2B5EF4-FFF2-40B4-BE49-F238E27FC236}">
                      <a16:creationId xmlns:a16="http://schemas.microsoft.com/office/drawing/2014/main" id="{E6C33695-9296-DAFC-A37C-43196E6F9246}"/>
                    </a:ext>
                  </a:extLst>
                </p:cNvPr>
                <p:cNvSpPr/>
                <p:nvPr/>
              </p:nvSpPr>
              <p:spPr>
                <a:xfrm>
                  <a:off x="6896100" y="5754052"/>
                  <a:ext cx="2511951" cy="962026"/>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3200" dirty="0">
                      <a:solidFill>
                        <a:srgbClr val="F4F4F4"/>
                      </a:solidFill>
                    </a:rPr>
                    <a:t>120/80     (93)</a:t>
                  </a:r>
                </a:p>
              </p:txBody>
            </p:sp>
            <p:sp>
              <p:nvSpPr>
                <p:cNvPr id="33" name="Rectangle 32">
                  <a:extLst>
                    <a:ext uri="{FF2B5EF4-FFF2-40B4-BE49-F238E27FC236}">
                      <a16:creationId xmlns:a16="http://schemas.microsoft.com/office/drawing/2014/main" id="{D5DCA9FF-79B1-6E6E-255E-463250084E30}"/>
                    </a:ext>
                  </a:extLst>
                </p:cNvPr>
                <p:cNvSpPr/>
                <p:nvPr/>
              </p:nvSpPr>
              <p:spPr>
                <a:xfrm>
                  <a:off x="495300" y="502920"/>
                  <a:ext cx="40386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tangle 33">
                  <a:extLst>
                    <a:ext uri="{FF2B5EF4-FFF2-40B4-BE49-F238E27FC236}">
                      <a16:creationId xmlns:a16="http://schemas.microsoft.com/office/drawing/2014/main" id="{F23E92EE-2BBB-E53E-4753-794CD2984429}"/>
                    </a:ext>
                  </a:extLst>
                </p:cNvPr>
                <p:cNvSpPr/>
                <p:nvPr/>
              </p:nvSpPr>
              <p:spPr>
                <a:xfrm>
                  <a:off x="56156" y="502920"/>
                  <a:ext cx="316230" cy="25146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tangle 24">
                  <a:extLst>
                    <a:ext uri="{FF2B5EF4-FFF2-40B4-BE49-F238E27FC236}">
                      <a16:creationId xmlns:a16="http://schemas.microsoft.com/office/drawing/2014/main" id="{0AB88FEB-EACD-E71B-E313-34B4EC415295}"/>
                    </a:ext>
                  </a:extLst>
                </p:cNvPr>
                <p:cNvSpPr/>
                <p:nvPr/>
              </p:nvSpPr>
              <p:spPr>
                <a:xfrm>
                  <a:off x="8700936" y="3354706"/>
                  <a:ext cx="742447"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400" dirty="0" err="1">
                      <a:solidFill>
                        <a:srgbClr val="FF78FF"/>
                      </a:solidFill>
                    </a:rPr>
                    <a:t>mmHg</a:t>
                  </a:r>
                  <a:endParaRPr lang="de-DE" sz="1400" dirty="0">
                    <a:solidFill>
                      <a:srgbClr val="FF78FF"/>
                    </a:solidFill>
                  </a:endParaRPr>
                </a:p>
              </p:txBody>
            </p:sp>
            <p:sp>
              <p:nvSpPr>
                <p:cNvPr id="27" name="Rectangle 26">
                  <a:extLst>
                    <a:ext uri="{FF2B5EF4-FFF2-40B4-BE49-F238E27FC236}">
                      <a16:creationId xmlns:a16="http://schemas.microsoft.com/office/drawing/2014/main" id="{F29F1610-AE65-0D91-E5E4-26891B73638D}"/>
                    </a:ext>
                  </a:extLst>
                </p:cNvPr>
                <p:cNvSpPr/>
                <p:nvPr/>
              </p:nvSpPr>
              <p:spPr>
                <a:xfrm>
                  <a:off x="8517565" y="4206242"/>
                  <a:ext cx="873649"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err="1">
                      <a:solidFill>
                        <a:srgbClr val="DC2800"/>
                      </a:solidFill>
                    </a:rPr>
                    <a:t>mmHg</a:t>
                  </a:r>
                  <a:endParaRPr lang="de-DE" dirty="0">
                    <a:solidFill>
                      <a:srgbClr val="DC2800"/>
                    </a:solidFill>
                  </a:endParaRPr>
                </a:p>
              </p:txBody>
            </p:sp>
            <p:sp>
              <p:nvSpPr>
                <p:cNvPr id="31" name="Rectangle 30">
                  <a:extLst>
                    <a:ext uri="{FF2B5EF4-FFF2-40B4-BE49-F238E27FC236}">
                      <a16:creationId xmlns:a16="http://schemas.microsoft.com/office/drawing/2014/main" id="{6E194D68-CB0F-C1AA-F2FD-71CA555B898C}"/>
                    </a:ext>
                  </a:extLst>
                </p:cNvPr>
                <p:cNvSpPr/>
                <p:nvPr/>
              </p:nvSpPr>
              <p:spPr>
                <a:xfrm>
                  <a:off x="8506710" y="5489258"/>
                  <a:ext cx="895368" cy="26479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dirty="0" err="1">
                      <a:solidFill>
                        <a:srgbClr val="F4F4F4"/>
                      </a:solidFill>
                    </a:rPr>
                    <a:t>mmHg</a:t>
                  </a:r>
                  <a:endParaRPr lang="de-DE" dirty="0">
                    <a:solidFill>
                      <a:srgbClr val="F4F4F4"/>
                    </a:solidFill>
                  </a:endParaRPr>
                </a:p>
              </p:txBody>
            </p:sp>
          </p:grpSp>
          <p:sp>
            <p:nvSpPr>
              <p:cNvPr id="2" name="Rectangle 1">
                <a:extLst>
                  <a:ext uri="{FF2B5EF4-FFF2-40B4-BE49-F238E27FC236}">
                    <a16:creationId xmlns:a16="http://schemas.microsoft.com/office/drawing/2014/main" id="{9BADF281-4BEB-708C-6594-7DE77A6C5F5A}"/>
                  </a:ext>
                </a:extLst>
              </p:cNvPr>
              <p:cNvSpPr/>
              <p:nvPr/>
            </p:nvSpPr>
            <p:spPr>
              <a:xfrm>
                <a:off x="0" y="0"/>
                <a:ext cx="306919"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4" name="Rectangle 3">
              <a:extLst>
                <a:ext uri="{FF2B5EF4-FFF2-40B4-BE49-F238E27FC236}">
                  <a16:creationId xmlns:a16="http://schemas.microsoft.com/office/drawing/2014/main" id="{BF9BF308-961E-AEA4-9E0B-C6A275406202}"/>
                </a:ext>
              </a:extLst>
            </p:cNvPr>
            <p:cNvSpPr/>
            <p:nvPr/>
          </p:nvSpPr>
          <p:spPr>
            <a:xfrm>
              <a:off x="9131052" y="-9973"/>
              <a:ext cx="2366183"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268533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6093</TotalTime>
  <Words>550</Words>
  <Application>Microsoft Macintosh PowerPoint</Application>
  <PresentationFormat>Widescreen</PresentationFormat>
  <Paragraphs>164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Nils Harnischmacher</dc:creator>
  <cp:lastModifiedBy>Nils Harnischmacher</cp:lastModifiedBy>
  <cp:revision>4</cp:revision>
  <dcterms:created xsi:type="dcterms:W3CDTF">2025-08-12T13:15:20Z</dcterms:created>
  <dcterms:modified xsi:type="dcterms:W3CDTF">2026-02-25T13:33:26Z</dcterms:modified>
</cp:coreProperties>
</file>